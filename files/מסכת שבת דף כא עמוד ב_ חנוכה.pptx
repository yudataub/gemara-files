
<file path=[Content_Types].xml><?xml version="1.0" encoding="utf-8"?>
<Types xmlns="http://schemas.openxmlformats.org/package/2006/content-types">
  <Default ContentType="image/jpeg" Extension="jpg"/>
  <Default ContentType="application/xml" Extension="xml"/>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3"/>
  </p:sldMasterIdLst>
  <p:notesMasterIdLst>
    <p:notesMasterId r:id="rId4"/>
  </p:notesMasterIdLst>
  <p:sldIdLst>
    <p:sldId id="256" r:id="rId5"/>
    <p:sldId id="257" r:id="rId6"/>
    <p:sldId id="258" r:id="rId7"/>
    <p:sldId id="259" r:id="rId8"/>
    <p:sldId id="260" r:id="rId9"/>
    <p:sldId id="261" r:id="rId10"/>
    <p:sldId id="262" r:id="rId11"/>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11" Type="http://schemas.openxmlformats.org/officeDocument/2006/relationships/slide" Target="slides/slide7.xml"/><Relationship Id="rId10" Type="http://schemas.openxmlformats.org/officeDocument/2006/relationships/slide" Target="slides/slide6.xml"/><Relationship Id="rId9" Type="http://schemas.openxmlformats.org/officeDocument/2006/relationships/slide" Target="slides/slide5.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כותרת ותוכן" type="obj">
  <p:cSld name="OBJECT">
    <p:spTree>
      <p:nvGrpSpPr>
        <p:cNvPr id="11" name="Shape 11"/>
        <p:cNvGrpSpPr/>
        <p:nvPr/>
      </p:nvGrpSpPr>
      <p:grpSpPr>
        <a:xfrm>
          <a:off x="0" y="0"/>
          <a:ext cx="0" cy="0"/>
          <a:chOff x="0" y="0"/>
          <a:chExt cx="0" cy="0"/>
        </a:xfrm>
      </p:grpSpPr>
      <p:sp>
        <p:nvSpPr>
          <p:cNvPr id="12" name="Google Shape;12;p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rtl="1" algn="r">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 name="Google Shape;13;p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rtl="1" algn="r">
              <a:lnSpc>
                <a:spcPct val="90000"/>
              </a:lnSpc>
              <a:spcBef>
                <a:spcPts val="1000"/>
              </a:spcBef>
              <a:spcAft>
                <a:spcPts val="0"/>
              </a:spcAft>
              <a:buClr>
                <a:schemeClr val="dk1"/>
              </a:buClr>
              <a:buSzPts val="1800"/>
              <a:buChar char="•"/>
              <a:defRPr/>
            </a:lvl1pPr>
            <a:lvl2pPr indent="-342900" lvl="1" marL="914400" rtl="1" algn="r">
              <a:lnSpc>
                <a:spcPct val="90000"/>
              </a:lnSpc>
              <a:spcBef>
                <a:spcPts val="500"/>
              </a:spcBef>
              <a:spcAft>
                <a:spcPts val="0"/>
              </a:spcAft>
              <a:buClr>
                <a:schemeClr val="dk1"/>
              </a:buClr>
              <a:buSzPts val="1800"/>
              <a:buChar char="•"/>
              <a:defRPr/>
            </a:lvl2pPr>
            <a:lvl3pPr indent="-342900" lvl="2" marL="1371600" rtl="1" algn="r">
              <a:lnSpc>
                <a:spcPct val="90000"/>
              </a:lnSpc>
              <a:spcBef>
                <a:spcPts val="500"/>
              </a:spcBef>
              <a:spcAft>
                <a:spcPts val="0"/>
              </a:spcAft>
              <a:buClr>
                <a:schemeClr val="dk1"/>
              </a:buClr>
              <a:buSzPts val="1800"/>
              <a:buChar char="•"/>
              <a:defRPr/>
            </a:lvl3pPr>
            <a:lvl4pPr indent="-342900" lvl="3" marL="1828800" rtl="1" algn="r">
              <a:lnSpc>
                <a:spcPct val="90000"/>
              </a:lnSpc>
              <a:spcBef>
                <a:spcPts val="500"/>
              </a:spcBef>
              <a:spcAft>
                <a:spcPts val="0"/>
              </a:spcAft>
              <a:buClr>
                <a:schemeClr val="dk1"/>
              </a:buClr>
              <a:buSzPts val="1800"/>
              <a:buChar char="•"/>
              <a:defRPr/>
            </a:lvl4pPr>
            <a:lvl5pPr indent="-342900" lvl="4" marL="2286000" rtl="1" algn="r">
              <a:lnSpc>
                <a:spcPct val="90000"/>
              </a:lnSpc>
              <a:spcBef>
                <a:spcPts val="500"/>
              </a:spcBef>
              <a:spcAft>
                <a:spcPts val="0"/>
              </a:spcAft>
              <a:buClr>
                <a:schemeClr val="dk1"/>
              </a:buClr>
              <a:buSzPts val="1800"/>
              <a:buChar char="•"/>
              <a:defRPr/>
            </a:lvl5pPr>
            <a:lvl6pPr indent="-342900" lvl="5" marL="2743200" rtl="1" algn="r">
              <a:lnSpc>
                <a:spcPct val="90000"/>
              </a:lnSpc>
              <a:spcBef>
                <a:spcPts val="500"/>
              </a:spcBef>
              <a:spcAft>
                <a:spcPts val="0"/>
              </a:spcAft>
              <a:buClr>
                <a:schemeClr val="dk1"/>
              </a:buClr>
              <a:buSzPts val="1800"/>
              <a:buChar char="•"/>
              <a:defRPr/>
            </a:lvl6pPr>
            <a:lvl7pPr indent="-342900" lvl="6" marL="3200400" rtl="1" algn="r">
              <a:lnSpc>
                <a:spcPct val="90000"/>
              </a:lnSpc>
              <a:spcBef>
                <a:spcPts val="500"/>
              </a:spcBef>
              <a:spcAft>
                <a:spcPts val="0"/>
              </a:spcAft>
              <a:buClr>
                <a:schemeClr val="dk1"/>
              </a:buClr>
              <a:buSzPts val="1800"/>
              <a:buChar char="•"/>
              <a:defRPr/>
            </a:lvl7pPr>
            <a:lvl8pPr indent="-342900" lvl="7" marL="3657600" rtl="1" algn="r">
              <a:lnSpc>
                <a:spcPct val="90000"/>
              </a:lnSpc>
              <a:spcBef>
                <a:spcPts val="500"/>
              </a:spcBef>
              <a:spcAft>
                <a:spcPts val="0"/>
              </a:spcAft>
              <a:buClr>
                <a:schemeClr val="dk1"/>
              </a:buClr>
              <a:buSzPts val="1800"/>
              <a:buChar char="•"/>
              <a:defRPr/>
            </a:lvl8pPr>
            <a:lvl9pPr indent="-342900" lvl="8" marL="4114800" rtl="1" algn="r">
              <a:lnSpc>
                <a:spcPct val="90000"/>
              </a:lnSpc>
              <a:spcBef>
                <a:spcPts val="500"/>
              </a:spcBef>
              <a:spcAft>
                <a:spcPts val="0"/>
              </a:spcAft>
              <a:buClr>
                <a:schemeClr val="dk1"/>
              </a:buClr>
              <a:buSzPts val="1800"/>
              <a:buChar char="•"/>
              <a:defRPr/>
            </a:lvl9pPr>
          </a:lstStyle>
          <a:p/>
        </p:txBody>
      </p:sp>
      <p:sp>
        <p:nvSpPr>
          <p:cNvPr id="14" name="Google Shape;14;p2"/>
          <p:cNvSpPr txBox="1"/>
          <p:nvPr>
            <p:ph idx="10" type="dt"/>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lvl="0" rtl="1" algn="r">
              <a:spcBef>
                <a:spcPts val="0"/>
              </a:spcBef>
              <a:spcAft>
                <a:spcPts val="0"/>
              </a:spcAft>
              <a:buSzPts val="1400"/>
              <a:buNone/>
              <a:defRPr/>
            </a:lvl1pPr>
            <a:lvl2pPr lvl="1" rtl="1" algn="r">
              <a:spcBef>
                <a:spcPts val="0"/>
              </a:spcBef>
              <a:spcAft>
                <a:spcPts val="0"/>
              </a:spcAft>
              <a:buSzPts val="1400"/>
              <a:buNone/>
              <a:defRPr/>
            </a:lvl2pPr>
            <a:lvl3pPr lvl="2" rtl="1" algn="r">
              <a:spcBef>
                <a:spcPts val="0"/>
              </a:spcBef>
              <a:spcAft>
                <a:spcPts val="0"/>
              </a:spcAft>
              <a:buSzPts val="1400"/>
              <a:buNone/>
              <a:defRPr/>
            </a:lvl3pPr>
            <a:lvl4pPr lvl="3" rtl="1" algn="r">
              <a:spcBef>
                <a:spcPts val="0"/>
              </a:spcBef>
              <a:spcAft>
                <a:spcPts val="0"/>
              </a:spcAft>
              <a:buSzPts val="1400"/>
              <a:buNone/>
              <a:defRPr/>
            </a:lvl4pPr>
            <a:lvl5pPr lvl="4" rtl="1" algn="r">
              <a:spcBef>
                <a:spcPts val="0"/>
              </a:spcBef>
              <a:spcAft>
                <a:spcPts val="0"/>
              </a:spcAft>
              <a:buSzPts val="1400"/>
              <a:buNone/>
              <a:defRPr/>
            </a:lvl5pPr>
            <a:lvl6pPr lvl="5" rtl="1" algn="r">
              <a:spcBef>
                <a:spcPts val="0"/>
              </a:spcBef>
              <a:spcAft>
                <a:spcPts val="0"/>
              </a:spcAft>
              <a:buSzPts val="1400"/>
              <a:buNone/>
              <a:defRPr/>
            </a:lvl6pPr>
            <a:lvl7pPr lvl="6" rtl="1" algn="r">
              <a:spcBef>
                <a:spcPts val="0"/>
              </a:spcBef>
              <a:spcAft>
                <a:spcPts val="0"/>
              </a:spcAft>
              <a:buSzPts val="1400"/>
              <a:buNone/>
              <a:defRPr/>
            </a:lvl7pPr>
            <a:lvl8pPr lvl="7" rtl="1" algn="r">
              <a:spcBef>
                <a:spcPts val="0"/>
              </a:spcBef>
              <a:spcAft>
                <a:spcPts val="0"/>
              </a:spcAft>
              <a:buSzPts val="1400"/>
              <a:buNone/>
              <a:defRPr/>
            </a:lvl8pPr>
            <a:lvl9pPr lvl="8" rtl="1" algn="r">
              <a:spcBef>
                <a:spcPts val="0"/>
              </a:spcBef>
              <a:spcAft>
                <a:spcPts val="0"/>
              </a:spcAft>
              <a:buSzPts val="1400"/>
              <a:buNone/>
              <a:defRPr/>
            </a:lvl9pPr>
          </a:lstStyle>
          <a:p/>
        </p:txBody>
      </p:sp>
      <p:sp>
        <p:nvSpPr>
          <p:cNvPr id="15" name="Google Shape;15;p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rtl="1" algn="ctr">
              <a:spcBef>
                <a:spcPts val="0"/>
              </a:spcBef>
              <a:spcAft>
                <a:spcPts val="0"/>
              </a:spcAft>
              <a:buSzPts val="1400"/>
              <a:buNone/>
              <a:defRPr/>
            </a:lvl1pPr>
            <a:lvl2pPr lvl="1" rtl="1" algn="r">
              <a:spcBef>
                <a:spcPts val="0"/>
              </a:spcBef>
              <a:spcAft>
                <a:spcPts val="0"/>
              </a:spcAft>
              <a:buSzPts val="1400"/>
              <a:buNone/>
              <a:defRPr/>
            </a:lvl2pPr>
            <a:lvl3pPr lvl="2" rtl="1" algn="r">
              <a:spcBef>
                <a:spcPts val="0"/>
              </a:spcBef>
              <a:spcAft>
                <a:spcPts val="0"/>
              </a:spcAft>
              <a:buSzPts val="1400"/>
              <a:buNone/>
              <a:defRPr/>
            </a:lvl3pPr>
            <a:lvl4pPr lvl="3" rtl="1" algn="r">
              <a:spcBef>
                <a:spcPts val="0"/>
              </a:spcBef>
              <a:spcAft>
                <a:spcPts val="0"/>
              </a:spcAft>
              <a:buSzPts val="1400"/>
              <a:buNone/>
              <a:defRPr/>
            </a:lvl4pPr>
            <a:lvl5pPr lvl="4" rtl="1" algn="r">
              <a:spcBef>
                <a:spcPts val="0"/>
              </a:spcBef>
              <a:spcAft>
                <a:spcPts val="0"/>
              </a:spcAft>
              <a:buSzPts val="1400"/>
              <a:buNone/>
              <a:defRPr/>
            </a:lvl5pPr>
            <a:lvl6pPr lvl="5" rtl="1" algn="r">
              <a:spcBef>
                <a:spcPts val="0"/>
              </a:spcBef>
              <a:spcAft>
                <a:spcPts val="0"/>
              </a:spcAft>
              <a:buSzPts val="1400"/>
              <a:buNone/>
              <a:defRPr/>
            </a:lvl6pPr>
            <a:lvl7pPr lvl="6" rtl="1" algn="r">
              <a:spcBef>
                <a:spcPts val="0"/>
              </a:spcBef>
              <a:spcAft>
                <a:spcPts val="0"/>
              </a:spcAft>
              <a:buSzPts val="1400"/>
              <a:buNone/>
              <a:defRPr/>
            </a:lvl7pPr>
            <a:lvl8pPr lvl="7" rtl="1" algn="r">
              <a:spcBef>
                <a:spcPts val="0"/>
              </a:spcBef>
              <a:spcAft>
                <a:spcPts val="0"/>
              </a:spcAft>
              <a:buSzPts val="1400"/>
              <a:buNone/>
              <a:defRPr/>
            </a:lvl8pPr>
            <a:lvl9pPr lvl="8" rtl="1" algn="r">
              <a:spcBef>
                <a:spcPts val="0"/>
              </a:spcBef>
              <a:spcAft>
                <a:spcPts val="0"/>
              </a:spcAft>
              <a:buSzPts val="1400"/>
              <a:buNone/>
              <a:defRPr/>
            </a:lvl9pPr>
          </a:lstStyle>
          <a:p/>
        </p:txBody>
      </p:sp>
      <p:sp>
        <p:nvSpPr>
          <p:cNvPr id="16" name="Google Shape;16;p2"/>
          <p:cNvSpPr txBox="1"/>
          <p:nvPr>
            <p:ph idx="12" type="sldNum"/>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indent="0" lvl="0" marL="0" rtl="1" algn="l">
              <a:spcBef>
                <a:spcPts val="0"/>
              </a:spcBef>
              <a:buNone/>
              <a:defRPr/>
            </a:lvl1pPr>
            <a:lvl2pPr indent="0" lvl="1" marL="0" rtl="1" algn="l">
              <a:spcBef>
                <a:spcPts val="0"/>
              </a:spcBef>
              <a:buNone/>
              <a:defRPr/>
            </a:lvl2pPr>
            <a:lvl3pPr indent="0" lvl="2" marL="0" rtl="1" algn="l">
              <a:spcBef>
                <a:spcPts val="0"/>
              </a:spcBef>
              <a:buNone/>
              <a:defRPr/>
            </a:lvl3pPr>
            <a:lvl4pPr indent="0" lvl="3" marL="0" rtl="1" algn="l">
              <a:spcBef>
                <a:spcPts val="0"/>
              </a:spcBef>
              <a:buNone/>
              <a:defRPr/>
            </a:lvl4pPr>
            <a:lvl5pPr indent="0" lvl="4" marL="0" rtl="1" algn="l">
              <a:spcBef>
                <a:spcPts val="0"/>
              </a:spcBef>
              <a:buNone/>
              <a:defRPr/>
            </a:lvl5pPr>
            <a:lvl6pPr indent="0" lvl="5" marL="0" rtl="1" algn="l">
              <a:spcBef>
                <a:spcPts val="0"/>
              </a:spcBef>
              <a:buNone/>
              <a:defRPr/>
            </a:lvl6pPr>
            <a:lvl7pPr indent="0" lvl="6" marL="0" rtl="1" algn="l">
              <a:spcBef>
                <a:spcPts val="0"/>
              </a:spcBef>
              <a:buNone/>
              <a:defRPr/>
            </a:lvl7pPr>
            <a:lvl8pPr indent="0" lvl="7" marL="0" rtl="1" algn="l">
              <a:spcBef>
                <a:spcPts val="0"/>
              </a:spcBef>
              <a:buNone/>
              <a:defRPr/>
            </a:lvl8pPr>
            <a:lvl9pPr indent="0" lvl="8" marL="0" rtl="1" algn="l">
              <a:spcBef>
                <a:spcPts val="0"/>
              </a:spcBef>
              <a:buNone/>
              <a:defRPr/>
            </a:lvl9pPr>
          </a:lstStyle>
          <a:p>
            <a:pPr indent="0" lvl="0" marL="0" rtl="1" algn="l">
              <a:spcBef>
                <a:spcPts val="0"/>
              </a:spcBef>
              <a:spcAft>
                <a:spcPts val="0"/>
              </a:spcAft>
              <a:buNone/>
            </a:pPr>
            <a:fld id="{00000000-1234-1234-1234-123412341234}" type="slidenum">
              <a:rPr lang="iw-IL"/>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כותרת בלבד" type="titleOnly">
  <p:cSld name="TITLE_ONLY">
    <p:spTree>
      <p:nvGrpSpPr>
        <p:cNvPr id="17" name="Shape 17"/>
        <p:cNvGrpSpPr/>
        <p:nvPr/>
      </p:nvGrpSpPr>
      <p:grpSpPr>
        <a:xfrm>
          <a:off x="0" y="0"/>
          <a:ext cx="0" cy="0"/>
          <a:chOff x="0" y="0"/>
          <a:chExt cx="0" cy="0"/>
        </a:xfrm>
      </p:grpSpPr>
      <p:sp>
        <p:nvSpPr>
          <p:cNvPr id="18" name="Google Shape;18;p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rtl="1" algn="r">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3"/>
          <p:cNvSpPr txBox="1"/>
          <p:nvPr>
            <p:ph idx="10" type="dt"/>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lvl="0" rtl="1" algn="r">
              <a:spcBef>
                <a:spcPts val="0"/>
              </a:spcBef>
              <a:spcAft>
                <a:spcPts val="0"/>
              </a:spcAft>
              <a:buSzPts val="1400"/>
              <a:buNone/>
              <a:defRPr/>
            </a:lvl1pPr>
            <a:lvl2pPr lvl="1" rtl="1" algn="r">
              <a:spcBef>
                <a:spcPts val="0"/>
              </a:spcBef>
              <a:spcAft>
                <a:spcPts val="0"/>
              </a:spcAft>
              <a:buSzPts val="1400"/>
              <a:buNone/>
              <a:defRPr/>
            </a:lvl2pPr>
            <a:lvl3pPr lvl="2" rtl="1" algn="r">
              <a:spcBef>
                <a:spcPts val="0"/>
              </a:spcBef>
              <a:spcAft>
                <a:spcPts val="0"/>
              </a:spcAft>
              <a:buSzPts val="1400"/>
              <a:buNone/>
              <a:defRPr/>
            </a:lvl3pPr>
            <a:lvl4pPr lvl="3" rtl="1" algn="r">
              <a:spcBef>
                <a:spcPts val="0"/>
              </a:spcBef>
              <a:spcAft>
                <a:spcPts val="0"/>
              </a:spcAft>
              <a:buSzPts val="1400"/>
              <a:buNone/>
              <a:defRPr/>
            </a:lvl4pPr>
            <a:lvl5pPr lvl="4" rtl="1" algn="r">
              <a:spcBef>
                <a:spcPts val="0"/>
              </a:spcBef>
              <a:spcAft>
                <a:spcPts val="0"/>
              </a:spcAft>
              <a:buSzPts val="1400"/>
              <a:buNone/>
              <a:defRPr/>
            </a:lvl5pPr>
            <a:lvl6pPr lvl="5" rtl="1" algn="r">
              <a:spcBef>
                <a:spcPts val="0"/>
              </a:spcBef>
              <a:spcAft>
                <a:spcPts val="0"/>
              </a:spcAft>
              <a:buSzPts val="1400"/>
              <a:buNone/>
              <a:defRPr/>
            </a:lvl6pPr>
            <a:lvl7pPr lvl="6" rtl="1" algn="r">
              <a:spcBef>
                <a:spcPts val="0"/>
              </a:spcBef>
              <a:spcAft>
                <a:spcPts val="0"/>
              </a:spcAft>
              <a:buSzPts val="1400"/>
              <a:buNone/>
              <a:defRPr/>
            </a:lvl7pPr>
            <a:lvl8pPr lvl="7" rtl="1" algn="r">
              <a:spcBef>
                <a:spcPts val="0"/>
              </a:spcBef>
              <a:spcAft>
                <a:spcPts val="0"/>
              </a:spcAft>
              <a:buSzPts val="1400"/>
              <a:buNone/>
              <a:defRPr/>
            </a:lvl8pPr>
            <a:lvl9pPr lvl="8" rtl="1" algn="r">
              <a:spcBef>
                <a:spcPts val="0"/>
              </a:spcBef>
              <a:spcAft>
                <a:spcPts val="0"/>
              </a:spcAft>
              <a:buSzPts val="1400"/>
              <a:buNone/>
              <a:defRPr/>
            </a:lvl9pPr>
          </a:lstStyle>
          <a:p/>
        </p:txBody>
      </p:sp>
      <p:sp>
        <p:nvSpPr>
          <p:cNvPr id="20" name="Google Shape;20;p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rtl="1" algn="ctr">
              <a:spcBef>
                <a:spcPts val="0"/>
              </a:spcBef>
              <a:spcAft>
                <a:spcPts val="0"/>
              </a:spcAft>
              <a:buSzPts val="1400"/>
              <a:buNone/>
              <a:defRPr/>
            </a:lvl1pPr>
            <a:lvl2pPr lvl="1" rtl="1" algn="r">
              <a:spcBef>
                <a:spcPts val="0"/>
              </a:spcBef>
              <a:spcAft>
                <a:spcPts val="0"/>
              </a:spcAft>
              <a:buSzPts val="1400"/>
              <a:buNone/>
              <a:defRPr/>
            </a:lvl2pPr>
            <a:lvl3pPr lvl="2" rtl="1" algn="r">
              <a:spcBef>
                <a:spcPts val="0"/>
              </a:spcBef>
              <a:spcAft>
                <a:spcPts val="0"/>
              </a:spcAft>
              <a:buSzPts val="1400"/>
              <a:buNone/>
              <a:defRPr/>
            </a:lvl3pPr>
            <a:lvl4pPr lvl="3" rtl="1" algn="r">
              <a:spcBef>
                <a:spcPts val="0"/>
              </a:spcBef>
              <a:spcAft>
                <a:spcPts val="0"/>
              </a:spcAft>
              <a:buSzPts val="1400"/>
              <a:buNone/>
              <a:defRPr/>
            </a:lvl4pPr>
            <a:lvl5pPr lvl="4" rtl="1" algn="r">
              <a:spcBef>
                <a:spcPts val="0"/>
              </a:spcBef>
              <a:spcAft>
                <a:spcPts val="0"/>
              </a:spcAft>
              <a:buSzPts val="1400"/>
              <a:buNone/>
              <a:defRPr/>
            </a:lvl5pPr>
            <a:lvl6pPr lvl="5" rtl="1" algn="r">
              <a:spcBef>
                <a:spcPts val="0"/>
              </a:spcBef>
              <a:spcAft>
                <a:spcPts val="0"/>
              </a:spcAft>
              <a:buSzPts val="1400"/>
              <a:buNone/>
              <a:defRPr/>
            </a:lvl6pPr>
            <a:lvl7pPr lvl="6" rtl="1" algn="r">
              <a:spcBef>
                <a:spcPts val="0"/>
              </a:spcBef>
              <a:spcAft>
                <a:spcPts val="0"/>
              </a:spcAft>
              <a:buSzPts val="1400"/>
              <a:buNone/>
              <a:defRPr/>
            </a:lvl7pPr>
            <a:lvl8pPr lvl="7" rtl="1" algn="r">
              <a:spcBef>
                <a:spcPts val="0"/>
              </a:spcBef>
              <a:spcAft>
                <a:spcPts val="0"/>
              </a:spcAft>
              <a:buSzPts val="1400"/>
              <a:buNone/>
              <a:defRPr/>
            </a:lvl8pPr>
            <a:lvl9pPr lvl="8" rtl="1" algn="r">
              <a:spcBef>
                <a:spcPts val="0"/>
              </a:spcBef>
              <a:spcAft>
                <a:spcPts val="0"/>
              </a:spcAft>
              <a:buSzPts val="1400"/>
              <a:buNone/>
              <a:defRPr/>
            </a:lvl9pPr>
          </a:lstStyle>
          <a:p/>
        </p:txBody>
      </p:sp>
      <p:sp>
        <p:nvSpPr>
          <p:cNvPr id="21" name="Google Shape;21;p3"/>
          <p:cNvSpPr txBox="1"/>
          <p:nvPr>
            <p:ph idx="12" type="sldNum"/>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indent="0" lvl="0" marL="0" rtl="1" algn="l">
              <a:spcBef>
                <a:spcPts val="0"/>
              </a:spcBef>
              <a:buNone/>
              <a:defRPr/>
            </a:lvl1pPr>
            <a:lvl2pPr indent="0" lvl="1" marL="0" rtl="1" algn="l">
              <a:spcBef>
                <a:spcPts val="0"/>
              </a:spcBef>
              <a:buNone/>
              <a:defRPr/>
            </a:lvl2pPr>
            <a:lvl3pPr indent="0" lvl="2" marL="0" rtl="1" algn="l">
              <a:spcBef>
                <a:spcPts val="0"/>
              </a:spcBef>
              <a:buNone/>
              <a:defRPr/>
            </a:lvl3pPr>
            <a:lvl4pPr indent="0" lvl="3" marL="0" rtl="1" algn="l">
              <a:spcBef>
                <a:spcPts val="0"/>
              </a:spcBef>
              <a:buNone/>
              <a:defRPr/>
            </a:lvl4pPr>
            <a:lvl5pPr indent="0" lvl="4" marL="0" rtl="1" algn="l">
              <a:spcBef>
                <a:spcPts val="0"/>
              </a:spcBef>
              <a:buNone/>
              <a:defRPr/>
            </a:lvl5pPr>
            <a:lvl6pPr indent="0" lvl="5" marL="0" rtl="1" algn="l">
              <a:spcBef>
                <a:spcPts val="0"/>
              </a:spcBef>
              <a:buNone/>
              <a:defRPr/>
            </a:lvl6pPr>
            <a:lvl7pPr indent="0" lvl="6" marL="0" rtl="1" algn="l">
              <a:spcBef>
                <a:spcPts val="0"/>
              </a:spcBef>
              <a:buNone/>
              <a:defRPr/>
            </a:lvl7pPr>
            <a:lvl8pPr indent="0" lvl="7" marL="0" rtl="1" algn="l">
              <a:spcBef>
                <a:spcPts val="0"/>
              </a:spcBef>
              <a:buNone/>
              <a:defRPr/>
            </a:lvl8pPr>
            <a:lvl9pPr indent="0" lvl="8" marL="0" rtl="1" algn="l">
              <a:spcBef>
                <a:spcPts val="0"/>
              </a:spcBef>
              <a:buNone/>
              <a:defRPr/>
            </a:lvl9pPr>
          </a:lstStyle>
          <a:p>
            <a:pPr indent="0" lvl="0" marL="0" rtl="1" algn="l">
              <a:spcBef>
                <a:spcPts val="0"/>
              </a:spcBef>
              <a:spcAft>
                <a:spcPts val="0"/>
              </a:spcAft>
              <a:buNone/>
            </a:pPr>
            <a:fld id="{00000000-1234-1234-1234-123412341234}" type="slidenum">
              <a:rPr lang="iw-IL"/>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שקופית כותרת" type="title">
  <p:cSld name="TITLE">
    <p:spTree>
      <p:nvGrpSpPr>
        <p:cNvPr id="22" name="Shape 22"/>
        <p:cNvGrpSpPr/>
        <p:nvPr/>
      </p:nvGrpSpPr>
      <p:grpSpPr>
        <a:xfrm>
          <a:off x="0" y="0"/>
          <a:ext cx="0" cy="0"/>
          <a:chOff x="0" y="0"/>
          <a:chExt cx="0" cy="0"/>
        </a:xfrm>
      </p:grpSpPr>
      <p:sp>
        <p:nvSpPr>
          <p:cNvPr id="23" name="Google Shape;23;p4"/>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rtl="1"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4" name="Google Shape;24;p4"/>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rtl="1" algn="ctr">
              <a:lnSpc>
                <a:spcPct val="90000"/>
              </a:lnSpc>
              <a:spcBef>
                <a:spcPts val="1000"/>
              </a:spcBef>
              <a:spcAft>
                <a:spcPts val="0"/>
              </a:spcAft>
              <a:buClr>
                <a:schemeClr val="dk1"/>
              </a:buClr>
              <a:buSzPts val="2400"/>
              <a:buNone/>
              <a:defRPr sz="2400"/>
            </a:lvl1pPr>
            <a:lvl2pPr lvl="1" rtl="1" algn="ctr">
              <a:lnSpc>
                <a:spcPct val="90000"/>
              </a:lnSpc>
              <a:spcBef>
                <a:spcPts val="500"/>
              </a:spcBef>
              <a:spcAft>
                <a:spcPts val="0"/>
              </a:spcAft>
              <a:buClr>
                <a:schemeClr val="dk1"/>
              </a:buClr>
              <a:buSzPts val="2000"/>
              <a:buNone/>
              <a:defRPr sz="2000"/>
            </a:lvl2pPr>
            <a:lvl3pPr lvl="2" rtl="1" algn="ctr">
              <a:lnSpc>
                <a:spcPct val="90000"/>
              </a:lnSpc>
              <a:spcBef>
                <a:spcPts val="500"/>
              </a:spcBef>
              <a:spcAft>
                <a:spcPts val="0"/>
              </a:spcAft>
              <a:buClr>
                <a:schemeClr val="dk1"/>
              </a:buClr>
              <a:buSzPts val="1800"/>
              <a:buNone/>
              <a:defRPr sz="1800"/>
            </a:lvl3pPr>
            <a:lvl4pPr lvl="3" rtl="1" algn="ctr">
              <a:lnSpc>
                <a:spcPct val="90000"/>
              </a:lnSpc>
              <a:spcBef>
                <a:spcPts val="500"/>
              </a:spcBef>
              <a:spcAft>
                <a:spcPts val="0"/>
              </a:spcAft>
              <a:buClr>
                <a:schemeClr val="dk1"/>
              </a:buClr>
              <a:buSzPts val="1600"/>
              <a:buNone/>
              <a:defRPr sz="1600"/>
            </a:lvl4pPr>
            <a:lvl5pPr lvl="4" rtl="1" algn="ctr">
              <a:lnSpc>
                <a:spcPct val="90000"/>
              </a:lnSpc>
              <a:spcBef>
                <a:spcPts val="500"/>
              </a:spcBef>
              <a:spcAft>
                <a:spcPts val="0"/>
              </a:spcAft>
              <a:buClr>
                <a:schemeClr val="dk1"/>
              </a:buClr>
              <a:buSzPts val="1600"/>
              <a:buNone/>
              <a:defRPr sz="1600"/>
            </a:lvl5pPr>
            <a:lvl6pPr lvl="5" rtl="1" algn="ctr">
              <a:lnSpc>
                <a:spcPct val="90000"/>
              </a:lnSpc>
              <a:spcBef>
                <a:spcPts val="500"/>
              </a:spcBef>
              <a:spcAft>
                <a:spcPts val="0"/>
              </a:spcAft>
              <a:buClr>
                <a:schemeClr val="dk1"/>
              </a:buClr>
              <a:buSzPts val="1600"/>
              <a:buNone/>
              <a:defRPr sz="1600"/>
            </a:lvl6pPr>
            <a:lvl7pPr lvl="6" rtl="1" algn="ctr">
              <a:lnSpc>
                <a:spcPct val="90000"/>
              </a:lnSpc>
              <a:spcBef>
                <a:spcPts val="500"/>
              </a:spcBef>
              <a:spcAft>
                <a:spcPts val="0"/>
              </a:spcAft>
              <a:buClr>
                <a:schemeClr val="dk1"/>
              </a:buClr>
              <a:buSzPts val="1600"/>
              <a:buNone/>
              <a:defRPr sz="1600"/>
            </a:lvl7pPr>
            <a:lvl8pPr lvl="7" rtl="1" algn="ctr">
              <a:lnSpc>
                <a:spcPct val="90000"/>
              </a:lnSpc>
              <a:spcBef>
                <a:spcPts val="500"/>
              </a:spcBef>
              <a:spcAft>
                <a:spcPts val="0"/>
              </a:spcAft>
              <a:buClr>
                <a:schemeClr val="dk1"/>
              </a:buClr>
              <a:buSzPts val="1600"/>
              <a:buNone/>
              <a:defRPr sz="1600"/>
            </a:lvl8pPr>
            <a:lvl9pPr lvl="8" rtl="1" algn="ctr">
              <a:lnSpc>
                <a:spcPct val="90000"/>
              </a:lnSpc>
              <a:spcBef>
                <a:spcPts val="500"/>
              </a:spcBef>
              <a:spcAft>
                <a:spcPts val="0"/>
              </a:spcAft>
              <a:buClr>
                <a:schemeClr val="dk1"/>
              </a:buClr>
              <a:buSzPts val="1600"/>
              <a:buNone/>
              <a:defRPr sz="1600"/>
            </a:lvl9pPr>
          </a:lstStyle>
          <a:p/>
        </p:txBody>
      </p:sp>
      <p:sp>
        <p:nvSpPr>
          <p:cNvPr id="25" name="Google Shape;25;p4"/>
          <p:cNvSpPr txBox="1"/>
          <p:nvPr>
            <p:ph idx="10" type="dt"/>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lvl="0" rtl="1" algn="r">
              <a:spcBef>
                <a:spcPts val="0"/>
              </a:spcBef>
              <a:spcAft>
                <a:spcPts val="0"/>
              </a:spcAft>
              <a:buSzPts val="1400"/>
              <a:buNone/>
              <a:defRPr/>
            </a:lvl1pPr>
            <a:lvl2pPr lvl="1" rtl="1" algn="r">
              <a:spcBef>
                <a:spcPts val="0"/>
              </a:spcBef>
              <a:spcAft>
                <a:spcPts val="0"/>
              </a:spcAft>
              <a:buSzPts val="1400"/>
              <a:buNone/>
              <a:defRPr/>
            </a:lvl2pPr>
            <a:lvl3pPr lvl="2" rtl="1" algn="r">
              <a:spcBef>
                <a:spcPts val="0"/>
              </a:spcBef>
              <a:spcAft>
                <a:spcPts val="0"/>
              </a:spcAft>
              <a:buSzPts val="1400"/>
              <a:buNone/>
              <a:defRPr/>
            </a:lvl3pPr>
            <a:lvl4pPr lvl="3" rtl="1" algn="r">
              <a:spcBef>
                <a:spcPts val="0"/>
              </a:spcBef>
              <a:spcAft>
                <a:spcPts val="0"/>
              </a:spcAft>
              <a:buSzPts val="1400"/>
              <a:buNone/>
              <a:defRPr/>
            </a:lvl4pPr>
            <a:lvl5pPr lvl="4" rtl="1" algn="r">
              <a:spcBef>
                <a:spcPts val="0"/>
              </a:spcBef>
              <a:spcAft>
                <a:spcPts val="0"/>
              </a:spcAft>
              <a:buSzPts val="1400"/>
              <a:buNone/>
              <a:defRPr/>
            </a:lvl5pPr>
            <a:lvl6pPr lvl="5" rtl="1" algn="r">
              <a:spcBef>
                <a:spcPts val="0"/>
              </a:spcBef>
              <a:spcAft>
                <a:spcPts val="0"/>
              </a:spcAft>
              <a:buSzPts val="1400"/>
              <a:buNone/>
              <a:defRPr/>
            </a:lvl6pPr>
            <a:lvl7pPr lvl="6" rtl="1" algn="r">
              <a:spcBef>
                <a:spcPts val="0"/>
              </a:spcBef>
              <a:spcAft>
                <a:spcPts val="0"/>
              </a:spcAft>
              <a:buSzPts val="1400"/>
              <a:buNone/>
              <a:defRPr/>
            </a:lvl7pPr>
            <a:lvl8pPr lvl="7" rtl="1" algn="r">
              <a:spcBef>
                <a:spcPts val="0"/>
              </a:spcBef>
              <a:spcAft>
                <a:spcPts val="0"/>
              </a:spcAft>
              <a:buSzPts val="1400"/>
              <a:buNone/>
              <a:defRPr/>
            </a:lvl8pPr>
            <a:lvl9pPr lvl="8" rtl="1" algn="r">
              <a:spcBef>
                <a:spcPts val="0"/>
              </a:spcBef>
              <a:spcAft>
                <a:spcPts val="0"/>
              </a:spcAft>
              <a:buSzPts val="1400"/>
              <a:buNone/>
              <a:defRPr/>
            </a:lvl9pPr>
          </a:lstStyle>
          <a:p/>
        </p:txBody>
      </p:sp>
      <p:sp>
        <p:nvSpPr>
          <p:cNvPr id="26" name="Google Shape;26;p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rtl="1" algn="ctr">
              <a:spcBef>
                <a:spcPts val="0"/>
              </a:spcBef>
              <a:spcAft>
                <a:spcPts val="0"/>
              </a:spcAft>
              <a:buSzPts val="1400"/>
              <a:buNone/>
              <a:defRPr/>
            </a:lvl1pPr>
            <a:lvl2pPr lvl="1" rtl="1" algn="r">
              <a:spcBef>
                <a:spcPts val="0"/>
              </a:spcBef>
              <a:spcAft>
                <a:spcPts val="0"/>
              </a:spcAft>
              <a:buSzPts val="1400"/>
              <a:buNone/>
              <a:defRPr/>
            </a:lvl2pPr>
            <a:lvl3pPr lvl="2" rtl="1" algn="r">
              <a:spcBef>
                <a:spcPts val="0"/>
              </a:spcBef>
              <a:spcAft>
                <a:spcPts val="0"/>
              </a:spcAft>
              <a:buSzPts val="1400"/>
              <a:buNone/>
              <a:defRPr/>
            </a:lvl3pPr>
            <a:lvl4pPr lvl="3" rtl="1" algn="r">
              <a:spcBef>
                <a:spcPts val="0"/>
              </a:spcBef>
              <a:spcAft>
                <a:spcPts val="0"/>
              </a:spcAft>
              <a:buSzPts val="1400"/>
              <a:buNone/>
              <a:defRPr/>
            </a:lvl4pPr>
            <a:lvl5pPr lvl="4" rtl="1" algn="r">
              <a:spcBef>
                <a:spcPts val="0"/>
              </a:spcBef>
              <a:spcAft>
                <a:spcPts val="0"/>
              </a:spcAft>
              <a:buSzPts val="1400"/>
              <a:buNone/>
              <a:defRPr/>
            </a:lvl5pPr>
            <a:lvl6pPr lvl="5" rtl="1" algn="r">
              <a:spcBef>
                <a:spcPts val="0"/>
              </a:spcBef>
              <a:spcAft>
                <a:spcPts val="0"/>
              </a:spcAft>
              <a:buSzPts val="1400"/>
              <a:buNone/>
              <a:defRPr/>
            </a:lvl6pPr>
            <a:lvl7pPr lvl="6" rtl="1" algn="r">
              <a:spcBef>
                <a:spcPts val="0"/>
              </a:spcBef>
              <a:spcAft>
                <a:spcPts val="0"/>
              </a:spcAft>
              <a:buSzPts val="1400"/>
              <a:buNone/>
              <a:defRPr/>
            </a:lvl7pPr>
            <a:lvl8pPr lvl="7" rtl="1" algn="r">
              <a:spcBef>
                <a:spcPts val="0"/>
              </a:spcBef>
              <a:spcAft>
                <a:spcPts val="0"/>
              </a:spcAft>
              <a:buSzPts val="1400"/>
              <a:buNone/>
              <a:defRPr/>
            </a:lvl8pPr>
            <a:lvl9pPr lvl="8" rtl="1" algn="r">
              <a:spcBef>
                <a:spcPts val="0"/>
              </a:spcBef>
              <a:spcAft>
                <a:spcPts val="0"/>
              </a:spcAft>
              <a:buSzPts val="1400"/>
              <a:buNone/>
              <a:defRPr/>
            </a:lvl9pPr>
          </a:lstStyle>
          <a:p/>
        </p:txBody>
      </p:sp>
      <p:sp>
        <p:nvSpPr>
          <p:cNvPr id="27" name="Google Shape;27;p4"/>
          <p:cNvSpPr txBox="1"/>
          <p:nvPr>
            <p:ph idx="12" type="sldNum"/>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indent="0" lvl="0" marL="0" rtl="1" algn="l">
              <a:spcBef>
                <a:spcPts val="0"/>
              </a:spcBef>
              <a:buNone/>
              <a:defRPr/>
            </a:lvl1pPr>
            <a:lvl2pPr indent="0" lvl="1" marL="0" rtl="1" algn="l">
              <a:spcBef>
                <a:spcPts val="0"/>
              </a:spcBef>
              <a:buNone/>
              <a:defRPr/>
            </a:lvl2pPr>
            <a:lvl3pPr indent="0" lvl="2" marL="0" rtl="1" algn="l">
              <a:spcBef>
                <a:spcPts val="0"/>
              </a:spcBef>
              <a:buNone/>
              <a:defRPr/>
            </a:lvl3pPr>
            <a:lvl4pPr indent="0" lvl="3" marL="0" rtl="1" algn="l">
              <a:spcBef>
                <a:spcPts val="0"/>
              </a:spcBef>
              <a:buNone/>
              <a:defRPr/>
            </a:lvl4pPr>
            <a:lvl5pPr indent="0" lvl="4" marL="0" rtl="1" algn="l">
              <a:spcBef>
                <a:spcPts val="0"/>
              </a:spcBef>
              <a:buNone/>
              <a:defRPr/>
            </a:lvl5pPr>
            <a:lvl6pPr indent="0" lvl="5" marL="0" rtl="1" algn="l">
              <a:spcBef>
                <a:spcPts val="0"/>
              </a:spcBef>
              <a:buNone/>
              <a:defRPr/>
            </a:lvl6pPr>
            <a:lvl7pPr indent="0" lvl="6" marL="0" rtl="1" algn="l">
              <a:spcBef>
                <a:spcPts val="0"/>
              </a:spcBef>
              <a:buNone/>
              <a:defRPr/>
            </a:lvl7pPr>
            <a:lvl8pPr indent="0" lvl="7" marL="0" rtl="1" algn="l">
              <a:spcBef>
                <a:spcPts val="0"/>
              </a:spcBef>
              <a:buNone/>
              <a:defRPr/>
            </a:lvl8pPr>
            <a:lvl9pPr indent="0" lvl="8" marL="0" rtl="1" algn="l">
              <a:spcBef>
                <a:spcPts val="0"/>
              </a:spcBef>
              <a:buNone/>
              <a:defRPr/>
            </a:lvl9pPr>
          </a:lstStyle>
          <a:p>
            <a:pPr indent="0" lvl="0" marL="0" rtl="1" algn="l">
              <a:spcBef>
                <a:spcPts val="0"/>
              </a:spcBef>
              <a:spcAft>
                <a:spcPts val="0"/>
              </a:spcAft>
              <a:buNone/>
            </a:pPr>
            <a:fld id="{00000000-1234-1234-1234-123412341234}" type="slidenum">
              <a:rPr lang="iw-IL"/>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כותרת מקטע עליונה" type="secHead">
  <p:cSld name="SECTION_HEADER">
    <p:spTree>
      <p:nvGrpSpPr>
        <p:cNvPr id="28" name="Shape 28"/>
        <p:cNvGrpSpPr/>
        <p:nvPr/>
      </p:nvGrpSpPr>
      <p:grpSpPr>
        <a:xfrm>
          <a:off x="0" y="0"/>
          <a:ext cx="0" cy="0"/>
          <a:chOff x="0" y="0"/>
          <a:chExt cx="0" cy="0"/>
        </a:xfrm>
      </p:grpSpPr>
      <p:sp>
        <p:nvSpPr>
          <p:cNvPr id="29" name="Google Shape;29;p5"/>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rtl="1" algn="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0" name="Google Shape;30;p5"/>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rtl="1" algn="r">
              <a:lnSpc>
                <a:spcPct val="90000"/>
              </a:lnSpc>
              <a:spcBef>
                <a:spcPts val="1000"/>
              </a:spcBef>
              <a:spcAft>
                <a:spcPts val="0"/>
              </a:spcAft>
              <a:buClr>
                <a:srgbClr val="888888"/>
              </a:buClr>
              <a:buSzPts val="2400"/>
              <a:buNone/>
              <a:defRPr sz="2400">
                <a:solidFill>
                  <a:srgbClr val="888888"/>
                </a:solidFill>
              </a:defRPr>
            </a:lvl1pPr>
            <a:lvl2pPr indent="-228600" lvl="1" marL="914400" rtl="1" algn="r">
              <a:lnSpc>
                <a:spcPct val="90000"/>
              </a:lnSpc>
              <a:spcBef>
                <a:spcPts val="500"/>
              </a:spcBef>
              <a:spcAft>
                <a:spcPts val="0"/>
              </a:spcAft>
              <a:buClr>
                <a:srgbClr val="888888"/>
              </a:buClr>
              <a:buSzPts val="2000"/>
              <a:buNone/>
              <a:defRPr sz="2000">
                <a:solidFill>
                  <a:srgbClr val="888888"/>
                </a:solidFill>
              </a:defRPr>
            </a:lvl2pPr>
            <a:lvl3pPr indent="-228600" lvl="2" marL="1371600" rtl="1" algn="r">
              <a:lnSpc>
                <a:spcPct val="90000"/>
              </a:lnSpc>
              <a:spcBef>
                <a:spcPts val="500"/>
              </a:spcBef>
              <a:spcAft>
                <a:spcPts val="0"/>
              </a:spcAft>
              <a:buClr>
                <a:srgbClr val="888888"/>
              </a:buClr>
              <a:buSzPts val="1800"/>
              <a:buNone/>
              <a:defRPr sz="1800">
                <a:solidFill>
                  <a:srgbClr val="888888"/>
                </a:solidFill>
              </a:defRPr>
            </a:lvl3pPr>
            <a:lvl4pPr indent="-228600" lvl="3" marL="1828800" rtl="1" algn="r">
              <a:lnSpc>
                <a:spcPct val="90000"/>
              </a:lnSpc>
              <a:spcBef>
                <a:spcPts val="500"/>
              </a:spcBef>
              <a:spcAft>
                <a:spcPts val="0"/>
              </a:spcAft>
              <a:buClr>
                <a:srgbClr val="888888"/>
              </a:buClr>
              <a:buSzPts val="1600"/>
              <a:buNone/>
              <a:defRPr sz="1600">
                <a:solidFill>
                  <a:srgbClr val="888888"/>
                </a:solidFill>
              </a:defRPr>
            </a:lvl4pPr>
            <a:lvl5pPr indent="-228600" lvl="4" marL="2286000" rtl="1" algn="r">
              <a:lnSpc>
                <a:spcPct val="90000"/>
              </a:lnSpc>
              <a:spcBef>
                <a:spcPts val="500"/>
              </a:spcBef>
              <a:spcAft>
                <a:spcPts val="0"/>
              </a:spcAft>
              <a:buClr>
                <a:srgbClr val="888888"/>
              </a:buClr>
              <a:buSzPts val="1600"/>
              <a:buNone/>
              <a:defRPr sz="1600">
                <a:solidFill>
                  <a:srgbClr val="888888"/>
                </a:solidFill>
              </a:defRPr>
            </a:lvl5pPr>
            <a:lvl6pPr indent="-228600" lvl="5" marL="2743200" rtl="1" algn="r">
              <a:lnSpc>
                <a:spcPct val="90000"/>
              </a:lnSpc>
              <a:spcBef>
                <a:spcPts val="500"/>
              </a:spcBef>
              <a:spcAft>
                <a:spcPts val="0"/>
              </a:spcAft>
              <a:buClr>
                <a:srgbClr val="888888"/>
              </a:buClr>
              <a:buSzPts val="1600"/>
              <a:buNone/>
              <a:defRPr sz="1600">
                <a:solidFill>
                  <a:srgbClr val="888888"/>
                </a:solidFill>
              </a:defRPr>
            </a:lvl6pPr>
            <a:lvl7pPr indent="-228600" lvl="6" marL="3200400" rtl="1" algn="r">
              <a:lnSpc>
                <a:spcPct val="90000"/>
              </a:lnSpc>
              <a:spcBef>
                <a:spcPts val="500"/>
              </a:spcBef>
              <a:spcAft>
                <a:spcPts val="0"/>
              </a:spcAft>
              <a:buClr>
                <a:srgbClr val="888888"/>
              </a:buClr>
              <a:buSzPts val="1600"/>
              <a:buNone/>
              <a:defRPr sz="1600">
                <a:solidFill>
                  <a:srgbClr val="888888"/>
                </a:solidFill>
              </a:defRPr>
            </a:lvl7pPr>
            <a:lvl8pPr indent="-228600" lvl="7" marL="3657600" rtl="1" algn="r">
              <a:lnSpc>
                <a:spcPct val="90000"/>
              </a:lnSpc>
              <a:spcBef>
                <a:spcPts val="500"/>
              </a:spcBef>
              <a:spcAft>
                <a:spcPts val="0"/>
              </a:spcAft>
              <a:buClr>
                <a:srgbClr val="888888"/>
              </a:buClr>
              <a:buSzPts val="1600"/>
              <a:buNone/>
              <a:defRPr sz="1600">
                <a:solidFill>
                  <a:srgbClr val="888888"/>
                </a:solidFill>
              </a:defRPr>
            </a:lvl8pPr>
            <a:lvl9pPr indent="-228600" lvl="8" marL="4114800" rtl="1" algn="r">
              <a:lnSpc>
                <a:spcPct val="90000"/>
              </a:lnSpc>
              <a:spcBef>
                <a:spcPts val="500"/>
              </a:spcBef>
              <a:spcAft>
                <a:spcPts val="0"/>
              </a:spcAft>
              <a:buClr>
                <a:srgbClr val="888888"/>
              </a:buClr>
              <a:buSzPts val="1600"/>
              <a:buNone/>
              <a:defRPr sz="1600">
                <a:solidFill>
                  <a:srgbClr val="888888"/>
                </a:solidFill>
              </a:defRPr>
            </a:lvl9pPr>
          </a:lstStyle>
          <a:p/>
        </p:txBody>
      </p:sp>
      <p:sp>
        <p:nvSpPr>
          <p:cNvPr id="31" name="Google Shape;31;p5"/>
          <p:cNvSpPr txBox="1"/>
          <p:nvPr>
            <p:ph idx="10" type="dt"/>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lvl="0" rtl="1" algn="r">
              <a:spcBef>
                <a:spcPts val="0"/>
              </a:spcBef>
              <a:spcAft>
                <a:spcPts val="0"/>
              </a:spcAft>
              <a:buSzPts val="1400"/>
              <a:buNone/>
              <a:defRPr/>
            </a:lvl1pPr>
            <a:lvl2pPr lvl="1" rtl="1" algn="r">
              <a:spcBef>
                <a:spcPts val="0"/>
              </a:spcBef>
              <a:spcAft>
                <a:spcPts val="0"/>
              </a:spcAft>
              <a:buSzPts val="1400"/>
              <a:buNone/>
              <a:defRPr/>
            </a:lvl2pPr>
            <a:lvl3pPr lvl="2" rtl="1" algn="r">
              <a:spcBef>
                <a:spcPts val="0"/>
              </a:spcBef>
              <a:spcAft>
                <a:spcPts val="0"/>
              </a:spcAft>
              <a:buSzPts val="1400"/>
              <a:buNone/>
              <a:defRPr/>
            </a:lvl3pPr>
            <a:lvl4pPr lvl="3" rtl="1" algn="r">
              <a:spcBef>
                <a:spcPts val="0"/>
              </a:spcBef>
              <a:spcAft>
                <a:spcPts val="0"/>
              </a:spcAft>
              <a:buSzPts val="1400"/>
              <a:buNone/>
              <a:defRPr/>
            </a:lvl4pPr>
            <a:lvl5pPr lvl="4" rtl="1" algn="r">
              <a:spcBef>
                <a:spcPts val="0"/>
              </a:spcBef>
              <a:spcAft>
                <a:spcPts val="0"/>
              </a:spcAft>
              <a:buSzPts val="1400"/>
              <a:buNone/>
              <a:defRPr/>
            </a:lvl5pPr>
            <a:lvl6pPr lvl="5" rtl="1" algn="r">
              <a:spcBef>
                <a:spcPts val="0"/>
              </a:spcBef>
              <a:spcAft>
                <a:spcPts val="0"/>
              </a:spcAft>
              <a:buSzPts val="1400"/>
              <a:buNone/>
              <a:defRPr/>
            </a:lvl6pPr>
            <a:lvl7pPr lvl="6" rtl="1" algn="r">
              <a:spcBef>
                <a:spcPts val="0"/>
              </a:spcBef>
              <a:spcAft>
                <a:spcPts val="0"/>
              </a:spcAft>
              <a:buSzPts val="1400"/>
              <a:buNone/>
              <a:defRPr/>
            </a:lvl7pPr>
            <a:lvl8pPr lvl="7" rtl="1" algn="r">
              <a:spcBef>
                <a:spcPts val="0"/>
              </a:spcBef>
              <a:spcAft>
                <a:spcPts val="0"/>
              </a:spcAft>
              <a:buSzPts val="1400"/>
              <a:buNone/>
              <a:defRPr/>
            </a:lvl8pPr>
            <a:lvl9pPr lvl="8" rtl="1" algn="r">
              <a:spcBef>
                <a:spcPts val="0"/>
              </a:spcBef>
              <a:spcAft>
                <a:spcPts val="0"/>
              </a:spcAft>
              <a:buSzPts val="1400"/>
              <a:buNone/>
              <a:defRPr/>
            </a:lvl9pPr>
          </a:lstStyle>
          <a:p/>
        </p:txBody>
      </p:sp>
      <p:sp>
        <p:nvSpPr>
          <p:cNvPr id="32" name="Google Shape;32;p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rtl="1" algn="ctr">
              <a:spcBef>
                <a:spcPts val="0"/>
              </a:spcBef>
              <a:spcAft>
                <a:spcPts val="0"/>
              </a:spcAft>
              <a:buSzPts val="1400"/>
              <a:buNone/>
              <a:defRPr/>
            </a:lvl1pPr>
            <a:lvl2pPr lvl="1" rtl="1" algn="r">
              <a:spcBef>
                <a:spcPts val="0"/>
              </a:spcBef>
              <a:spcAft>
                <a:spcPts val="0"/>
              </a:spcAft>
              <a:buSzPts val="1400"/>
              <a:buNone/>
              <a:defRPr/>
            </a:lvl2pPr>
            <a:lvl3pPr lvl="2" rtl="1" algn="r">
              <a:spcBef>
                <a:spcPts val="0"/>
              </a:spcBef>
              <a:spcAft>
                <a:spcPts val="0"/>
              </a:spcAft>
              <a:buSzPts val="1400"/>
              <a:buNone/>
              <a:defRPr/>
            </a:lvl3pPr>
            <a:lvl4pPr lvl="3" rtl="1" algn="r">
              <a:spcBef>
                <a:spcPts val="0"/>
              </a:spcBef>
              <a:spcAft>
                <a:spcPts val="0"/>
              </a:spcAft>
              <a:buSzPts val="1400"/>
              <a:buNone/>
              <a:defRPr/>
            </a:lvl4pPr>
            <a:lvl5pPr lvl="4" rtl="1" algn="r">
              <a:spcBef>
                <a:spcPts val="0"/>
              </a:spcBef>
              <a:spcAft>
                <a:spcPts val="0"/>
              </a:spcAft>
              <a:buSzPts val="1400"/>
              <a:buNone/>
              <a:defRPr/>
            </a:lvl5pPr>
            <a:lvl6pPr lvl="5" rtl="1" algn="r">
              <a:spcBef>
                <a:spcPts val="0"/>
              </a:spcBef>
              <a:spcAft>
                <a:spcPts val="0"/>
              </a:spcAft>
              <a:buSzPts val="1400"/>
              <a:buNone/>
              <a:defRPr/>
            </a:lvl6pPr>
            <a:lvl7pPr lvl="6" rtl="1" algn="r">
              <a:spcBef>
                <a:spcPts val="0"/>
              </a:spcBef>
              <a:spcAft>
                <a:spcPts val="0"/>
              </a:spcAft>
              <a:buSzPts val="1400"/>
              <a:buNone/>
              <a:defRPr/>
            </a:lvl7pPr>
            <a:lvl8pPr lvl="7" rtl="1" algn="r">
              <a:spcBef>
                <a:spcPts val="0"/>
              </a:spcBef>
              <a:spcAft>
                <a:spcPts val="0"/>
              </a:spcAft>
              <a:buSzPts val="1400"/>
              <a:buNone/>
              <a:defRPr/>
            </a:lvl8pPr>
            <a:lvl9pPr lvl="8" rtl="1" algn="r">
              <a:spcBef>
                <a:spcPts val="0"/>
              </a:spcBef>
              <a:spcAft>
                <a:spcPts val="0"/>
              </a:spcAft>
              <a:buSzPts val="1400"/>
              <a:buNone/>
              <a:defRPr/>
            </a:lvl9pPr>
          </a:lstStyle>
          <a:p/>
        </p:txBody>
      </p:sp>
      <p:sp>
        <p:nvSpPr>
          <p:cNvPr id="33" name="Google Shape;33;p5"/>
          <p:cNvSpPr txBox="1"/>
          <p:nvPr>
            <p:ph idx="12" type="sldNum"/>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indent="0" lvl="0" marL="0" rtl="1" algn="l">
              <a:spcBef>
                <a:spcPts val="0"/>
              </a:spcBef>
              <a:buNone/>
              <a:defRPr/>
            </a:lvl1pPr>
            <a:lvl2pPr indent="0" lvl="1" marL="0" rtl="1" algn="l">
              <a:spcBef>
                <a:spcPts val="0"/>
              </a:spcBef>
              <a:buNone/>
              <a:defRPr/>
            </a:lvl2pPr>
            <a:lvl3pPr indent="0" lvl="2" marL="0" rtl="1" algn="l">
              <a:spcBef>
                <a:spcPts val="0"/>
              </a:spcBef>
              <a:buNone/>
              <a:defRPr/>
            </a:lvl3pPr>
            <a:lvl4pPr indent="0" lvl="3" marL="0" rtl="1" algn="l">
              <a:spcBef>
                <a:spcPts val="0"/>
              </a:spcBef>
              <a:buNone/>
              <a:defRPr/>
            </a:lvl4pPr>
            <a:lvl5pPr indent="0" lvl="4" marL="0" rtl="1" algn="l">
              <a:spcBef>
                <a:spcPts val="0"/>
              </a:spcBef>
              <a:buNone/>
              <a:defRPr/>
            </a:lvl5pPr>
            <a:lvl6pPr indent="0" lvl="5" marL="0" rtl="1" algn="l">
              <a:spcBef>
                <a:spcPts val="0"/>
              </a:spcBef>
              <a:buNone/>
              <a:defRPr/>
            </a:lvl6pPr>
            <a:lvl7pPr indent="0" lvl="6" marL="0" rtl="1" algn="l">
              <a:spcBef>
                <a:spcPts val="0"/>
              </a:spcBef>
              <a:buNone/>
              <a:defRPr/>
            </a:lvl7pPr>
            <a:lvl8pPr indent="0" lvl="7" marL="0" rtl="1" algn="l">
              <a:spcBef>
                <a:spcPts val="0"/>
              </a:spcBef>
              <a:buNone/>
              <a:defRPr/>
            </a:lvl8pPr>
            <a:lvl9pPr indent="0" lvl="8" marL="0" rtl="1" algn="l">
              <a:spcBef>
                <a:spcPts val="0"/>
              </a:spcBef>
              <a:buNone/>
              <a:defRPr/>
            </a:lvl9pPr>
          </a:lstStyle>
          <a:p>
            <a:pPr indent="0" lvl="0" marL="0" rtl="1" algn="l">
              <a:spcBef>
                <a:spcPts val="0"/>
              </a:spcBef>
              <a:spcAft>
                <a:spcPts val="0"/>
              </a:spcAft>
              <a:buNone/>
            </a:pPr>
            <a:fld id="{00000000-1234-1234-1234-123412341234}" type="slidenum">
              <a:rPr lang="iw-IL"/>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שני תכנים" type="twoObj">
  <p:cSld name="TWO_OBJECTS">
    <p:spTree>
      <p:nvGrpSpPr>
        <p:cNvPr id="34" name="Shape 34"/>
        <p:cNvGrpSpPr/>
        <p:nvPr/>
      </p:nvGrpSpPr>
      <p:grpSpPr>
        <a:xfrm>
          <a:off x="0" y="0"/>
          <a:ext cx="0" cy="0"/>
          <a:chOff x="0" y="0"/>
          <a:chExt cx="0" cy="0"/>
        </a:xfrm>
      </p:grpSpPr>
      <p:sp>
        <p:nvSpPr>
          <p:cNvPr id="35" name="Google Shape;35;p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rtl="1" algn="r">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6" name="Google Shape;36;p6"/>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rtl="1" algn="r">
              <a:lnSpc>
                <a:spcPct val="90000"/>
              </a:lnSpc>
              <a:spcBef>
                <a:spcPts val="1000"/>
              </a:spcBef>
              <a:spcAft>
                <a:spcPts val="0"/>
              </a:spcAft>
              <a:buClr>
                <a:schemeClr val="dk1"/>
              </a:buClr>
              <a:buSzPts val="1800"/>
              <a:buChar char="•"/>
              <a:defRPr/>
            </a:lvl1pPr>
            <a:lvl2pPr indent="-342900" lvl="1" marL="914400" rtl="1" algn="r">
              <a:lnSpc>
                <a:spcPct val="90000"/>
              </a:lnSpc>
              <a:spcBef>
                <a:spcPts val="500"/>
              </a:spcBef>
              <a:spcAft>
                <a:spcPts val="0"/>
              </a:spcAft>
              <a:buClr>
                <a:schemeClr val="dk1"/>
              </a:buClr>
              <a:buSzPts val="1800"/>
              <a:buChar char="•"/>
              <a:defRPr/>
            </a:lvl2pPr>
            <a:lvl3pPr indent="-342900" lvl="2" marL="1371600" rtl="1" algn="r">
              <a:lnSpc>
                <a:spcPct val="90000"/>
              </a:lnSpc>
              <a:spcBef>
                <a:spcPts val="500"/>
              </a:spcBef>
              <a:spcAft>
                <a:spcPts val="0"/>
              </a:spcAft>
              <a:buClr>
                <a:schemeClr val="dk1"/>
              </a:buClr>
              <a:buSzPts val="1800"/>
              <a:buChar char="•"/>
              <a:defRPr/>
            </a:lvl3pPr>
            <a:lvl4pPr indent="-342900" lvl="3" marL="1828800" rtl="1" algn="r">
              <a:lnSpc>
                <a:spcPct val="90000"/>
              </a:lnSpc>
              <a:spcBef>
                <a:spcPts val="500"/>
              </a:spcBef>
              <a:spcAft>
                <a:spcPts val="0"/>
              </a:spcAft>
              <a:buClr>
                <a:schemeClr val="dk1"/>
              </a:buClr>
              <a:buSzPts val="1800"/>
              <a:buChar char="•"/>
              <a:defRPr/>
            </a:lvl4pPr>
            <a:lvl5pPr indent="-342900" lvl="4" marL="2286000" rtl="1" algn="r">
              <a:lnSpc>
                <a:spcPct val="90000"/>
              </a:lnSpc>
              <a:spcBef>
                <a:spcPts val="500"/>
              </a:spcBef>
              <a:spcAft>
                <a:spcPts val="0"/>
              </a:spcAft>
              <a:buClr>
                <a:schemeClr val="dk1"/>
              </a:buClr>
              <a:buSzPts val="1800"/>
              <a:buChar char="•"/>
              <a:defRPr/>
            </a:lvl5pPr>
            <a:lvl6pPr indent="-342900" lvl="5" marL="2743200" rtl="1" algn="r">
              <a:lnSpc>
                <a:spcPct val="90000"/>
              </a:lnSpc>
              <a:spcBef>
                <a:spcPts val="500"/>
              </a:spcBef>
              <a:spcAft>
                <a:spcPts val="0"/>
              </a:spcAft>
              <a:buClr>
                <a:schemeClr val="dk1"/>
              </a:buClr>
              <a:buSzPts val="1800"/>
              <a:buChar char="•"/>
              <a:defRPr/>
            </a:lvl6pPr>
            <a:lvl7pPr indent="-342900" lvl="6" marL="3200400" rtl="1" algn="r">
              <a:lnSpc>
                <a:spcPct val="90000"/>
              </a:lnSpc>
              <a:spcBef>
                <a:spcPts val="500"/>
              </a:spcBef>
              <a:spcAft>
                <a:spcPts val="0"/>
              </a:spcAft>
              <a:buClr>
                <a:schemeClr val="dk1"/>
              </a:buClr>
              <a:buSzPts val="1800"/>
              <a:buChar char="•"/>
              <a:defRPr/>
            </a:lvl7pPr>
            <a:lvl8pPr indent="-342900" lvl="7" marL="3657600" rtl="1" algn="r">
              <a:lnSpc>
                <a:spcPct val="90000"/>
              </a:lnSpc>
              <a:spcBef>
                <a:spcPts val="500"/>
              </a:spcBef>
              <a:spcAft>
                <a:spcPts val="0"/>
              </a:spcAft>
              <a:buClr>
                <a:schemeClr val="dk1"/>
              </a:buClr>
              <a:buSzPts val="1800"/>
              <a:buChar char="•"/>
              <a:defRPr/>
            </a:lvl8pPr>
            <a:lvl9pPr indent="-342900" lvl="8" marL="4114800" rtl="1" algn="r">
              <a:lnSpc>
                <a:spcPct val="90000"/>
              </a:lnSpc>
              <a:spcBef>
                <a:spcPts val="500"/>
              </a:spcBef>
              <a:spcAft>
                <a:spcPts val="0"/>
              </a:spcAft>
              <a:buClr>
                <a:schemeClr val="dk1"/>
              </a:buClr>
              <a:buSzPts val="1800"/>
              <a:buChar char="•"/>
              <a:defRPr/>
            </a:lvl9pPr>
          </a:lstStyle>
          <a:p/>
        </p:txBody>
      </p:sp>
      <p:sp>
        <p:nvSpPr>
          <p:cNvPr id="37" name="Google Shape;37;p6"/>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rtl="1" algn="r">
              <a:lnSpc>
                <a:spcPct val="90000"/>
              </a:lnSpc>
              <a:spcBef>
                <a:spcPts val="1000"/>
              </a:spcBef>
              <a:spcAft>
                <a:spcPts val="0"/>
              </a:spcAft>
              <a:buClr>
                <a:schemeClr val="dk1"/>
              </a:buClr>
              <a:buSzPts val="1800"/>
              <a:buChar char="•"/>
              <a:defRPr/>
            </a:lvl1pPr>
            <a:lvl2pPr indent="-342900" lvl="1" marL="914400" rtl="1" algn="r">
              <a:lnSpc>
                <a:spcPct val="90000"/>
              </a:lnSpc>
              <a:spcBef>
                <a:spcPts val="500"/>
              </a:spcBef>
              <a:spcAft>
                <a:spcPts val="0"/>
              </a:spcAft>
              <a:buClr>
                <a:schemeClr val="dk1"/>
              </a:buClr>
              <a:buSzPts val="1800"/>
              <a:buChar char="•"/>
              <a:defRPr/>
            </a:lvl2pPr>
            <a:lvl3pPr indent="-342900" lvl="2" marL="1371600" rtl="1" algn="r">
              <a:lnSpc>
                <a:spcPct val="90000"/>
              </a:lnSpc>
              <a:spcBef>
                <a:spcPts val="500"/>
              </a:spcBef>
              <a:spcAft>
                <a:spcPts val="0"/>
              </a:spcAft>
              <a:buClr>
                <a:schemeClr val="dk1"/>
              </a:buClr>
              <a:buSzPts val="1800"/>
              <a:buChar char="•"/>
              <a:defRPr/>
            </a:lvl3pPr>
            <a:lvl4pPr indent="-342900" lvl="3" marL="1828800" rtl="1" algn="r">
              <a:lnSpc>
                <a:spcPct val="90000"/>
              </a:lnSpc>
              <a:spcBef>
                <a:spcPts val="500"/>
              </a:spcBef>
              <a:spcAft>
                <a:spcPts val="0"/>
              </a:spcAft>
              <a:buClr>
                <a:schemeClr val="dk1"/>
              </a:buClr>
              <a:buSzPts val="1800"/>
              <a:buChar char="•"/>
              <a:defRPr/>
            </a:lvl4pPr>
            <a:lvl5pPr indent="-342900" lvl="4" marL="2286000" rtl="1" algn="r">
              <a:lnSpc>
                <a:spcPct val="90000"/>
              </a:lnSpc>
              <a:spcBef>
                <a:spcPts val="500"/>
              </a:spcBef>
              <a:spcAft>
                <a:spcPts val="0"/>
              </a:spcAft>
              <a:buClr>
                <a:schemeClr val="dk1"/>
              </a:buClr>
              <a:buSzPts val="1800"/>
              <a:buChar char="•"/>
              <a:defRPr/>
            </a:lvl5pPr>
            <a:lvl6pPr indent="-342900" lvl="5" marL="2743200" rtl="1" algn="r">
              <a:lnSpc>
                <a:spcPct val="90000"/>
              </a:lnSpc>
              <a:spcBef>
                <a:spcPts val="500"/>
              </a:spcBef>
              <a:spcAft>
                <a:spcPts val="0"/>
              </a:spcAft>
              <a:buClr>
                <a:schemeClr val="dk1"/>
              </a:buClr>
              <a:buSzPts val="1800"/>
              <a:buChar char="•"/>
              <a:defRPr/>
            </a:lvl6pPr>
            <a:lvl7pPr indent="-342900" lvl="6" marL="3200400" rtl="1" algn="r">
              <a:lnSpc>
                <a:spcPct val="90000"/>
              </a:lnSpc>
              <a:spcBef>
                <a:spcPts val="500"/>
              </a:spcBef>
              <a:spcAft>
                <a:spcPts val="0"/>
              </a:spcAft>
              <a:buClr>
                <a:schemeClr val="dk1"/>
              </a:buClr>
              <a:buSzPts val="1800"/>
              <a:buChar char="•"/>
              <a:defRPr/>
            </a:lvl7pPr>
            <a:lvl8pPr indent="-342900" lvl="7" marL="3657600" rtl="1" algn="r">
              <a:lnSpc>
                <a:spcPct val="90000"/>
              </a:lnSpc>
              <a:spcBef>
                <a:spcPts val="500"/>
              </a:spcBef>
              <a:spcAft>
                <a:spcPts val="0"/>
              </a:spcAft>
              <a:buClr>
                <a:schemeClr val="dk1"/>
              </a:buClr>
              <a:buSzPts val="1800"/>
              <a:buChar char="•"/>
              <a:defRPr/>
            </a:lvl8pPr>
            <a:lvl9pPr indent="-342900" lvl="8" marL="4114800" rtl="1" algn="r">
              <a:lnSpc>
                <a:spcPct val="90000"/>
              </a:lnSpc>
              <a:spcBef>
                <a:spcPts val="500"/>
              </a:spcBef>
              <a:spcAft>
                <a:spcPts val="0"/>
              </a:spcAft>
              <a:buClr>
                <a:schemeClr val="dk1"/>
              </a:buClr>
              <a:buSzPts val="1800"/>
              <a:buChar char="•"/>
              <a:defRPr/>
            </a:lvl9pPr>
          </a:lstStyle>
          <a:p/>
        </p:txBody>
      </p:sp>
      <p:sp>
        <p:nvSpPr>
          <p:cNvPr id="38" name="Google Shape;38;p6"/>
          <p:cNvSpPr txBox="1"/>
          <p:nvPr>
            <p:ph idx="10" type="dt"/>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lvl="0" rtl="1" algn="r">
              <a:spcBef>
                <a:spcPts val="0"/>
              </a:spcBef>
              <a:spcAft>
                <a:spcPts val="0"/>
              </a:spcAft>
              <a:buSzPts val="1400"/>
              <a:buNone/>
              <a:defRPr/>
            </a:lvl1pPr>
            <a:lvl2pPr lvl="1" rtl="1" algn="r">
              <a:spcBef>
                <a:spcPts val="0"/>
              </a:spcBef>
              <a:spcAft>
                <a:spcPts val="0"/>
              </a:spcAft>
              <a:buSzPts val="1400"/>
              <a:buNone/>
              <a:defRPr/>
            </a:lvl2pPr>
            <a:lvl3pPr lvl="2" rtl="1" algn="r">
              <a:spcBef>
                <a:spcPts val="0"/>
              </a:spcBef>
              <a:spcAft>
                <a:spcPts val="0"/>
              </a:spcAft>
              <a:buSzPts val="1400"/>
              <a:buNone/>
              <a:defRPr/>
            </a:lvl3pPr>
            <a:lvl4pPr lvl="3" rtl="1" algn="r">
              <a:spcBef>
                <a:spcPts val="0"/>
              </a:spcBef>
              <a:spcAft>
                <a:spcPts val="0"/>
              </a:spcAft>
              <a:buSzPts val="1400"/>
              <a:buNone/>
              <a:defRPr/>
            </a:lvl4pPr>
            <a:lvl5pPr lvl="4" rtl="1" algn="r">
              <a:spcBef>
                <a:spcPts val="0"/>
              </a:spcBef>
              <a:spcAft>
                <a:spcPts val="0"/>
              </a:spcAft>
              <a:buSzPts val="1400"/>
              <a:buNone/>
              <a:defRPr/>
            </a:lvl5pPr>
            <a:lvl6pPr lvl="5" rtl="1" algn="r">
              <a:spcBef>
                <a:spcPts val="0"/>
              </a:spcBef>
              <a:spcAft>
                <a:spcPts val="0"/>
              </a:spcAft>
              <a:buSzPts val="1400"/>
              <a:buNone/>
              <a:defRPr/>
            </a:lvl6pPr>
            <a:lvl7pPr lvl="6" rtl="1" algn="r">
              <a:spcBef>
                <a:spcPts val="0"/>
              </a:spcBef>
              <a:spcAft>
                <a:spcPts val="0"/>
              </a:spcAft>
              <a:buSzPts val="1400"/>
              <a:buNone/>
              <a:defRPr/>
            </a:lvl7pPr>
            <a:lvl8pPr lvl="7" rtl="1" algn="r">
              <a:spcBef>
                <a:spcPts val="0"/>
              </a:spcBef>
              <a:spcAft>
                <a:spcPts val="0"/>
              </a:spcAft>
              <a:buSzPts val="1400"/>
              <a:buNone/>
              <a:defRPr/>
            </a:lvl8pPr>
            <a:lvl9pPr lvl="8" rtl="1" algn="r">
              <a:spcBef>
                <a:spcPts val="0"/>
              </a:spcBef>
              <a:spcAft>
                <a:spcPts val="0"/>
              </a:spcAft>
              <a:buSzPts val="1400"/>
              <a:buNone/>
              <a:defRPr/>
            </a:lvl9pPr>
          </a:lstStyle>
          <a:p/>
        </p:txBody>
      </p:sp>
      <p:sp>
        <p:nvSpPr>
          <p:cNvPr id="39" name="Google Shape;39;p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rtl="1" algn="ctr">
              <a:spcBef>
                <a:spcPts val="0"/>
              </a:spcBef>
              <a:spcAft>
                <a:spcPts val="0"/>
              </a:spcAft>
              <a:buSzPts val="1400"/>
              <a:buNone/>
              <a:defRPr/>
            </a:lvl1pPr>
            <a:lvl2pPr lvl="1" rtl="1" algn="r">
              <a:spcBef>
                <a:spcPts val="0"/>
              </a:spcBef>
              <a:spcAft>
                <a:spcPts val="0"/>
              </a:spcAft>
              <a:buSzPts val="1400"/>
              <a:buNone/>
              <a:defRPr/>
            </a:lvl2pPr>
            <a:lvl3pPr lvl="2" rtl="1" algn="r">
              <a:spcBef>
                <a:spcPts val="0"/>
              </a:spcBef>
              <a:spcAft>
                <a:spcPts val="0"/>
              </a:spcAft>
              <a:buSzPts val="1400"/>
              <a:buNone/>
              <a:defRPr/>
            </a:lvl3pPr>
            <a:lvl4pPr lvl="3" rtl="1" algn="r">
              <a:spcBef>
                <a:spcPts val="0"/>
              </a:spcBef>
              <a:spcAft>
                <a:spcPts val="0"/>
              </a:spcAft>
              <a:buSzPts val="1400"/>
              <a:buNone/>
              <a:defRPr/>
            </a:lvl4pPr>
            <a:lvl5pPr lvl="4" rtl="1" algn="r">
              <a:spcBef>
                <a:spcPts val="0"/>
              </a:spcBef>
              <a:spcAft>
                <a:spcPts val="0"/>
              </a:spcAft>
              <a:buSzPts val="1400"/>
              <a:buNone/>
              <a:defRPr/>
            </a:lvl5pPr>
            <a:lvl6pPr lvl="5" rtl="1" algn="r">
              <a:spcBef>
                <a:spcPts val="0"/>
              </a:spcBef>
              <a:spcAft>
                <a:spcPts val="0"/>
              </a:spcAft>
              <a:buSzPts val="1400"/>
              <a:buNone/>
              <a:defRPr/>
            </a:lvl6pPr>
            <a:lvl7pPr lvl="6" rtl="1" algn="r">
              <a:spcBef>
                <a:spcPts val="0"/>
              </a:spcBef>
              <a:spcAft>
                <a:spcPts val="0"/>
              </a:spcAft>
              <a:buSzPts val="1400"/>
              <a:buNone/>
              <a:defRPr/>
            </a:lvl7pPr>
            <a:lvl8pPr lvl="7" rtl="1" algn="r">
              <a:spcBef>
                <a:spcPts val="0"/>
              </a:spcBef>
              <a:spcAft>
                <a:spcPts val="0"/>
              </a:spcAft>
              <a:buSzPts val="1400"/>
              <a:buNone/>
              <a:defRPr/>
            </a:lvl8pPr>
            <a:lvl9pPr lvl="8" rtl="1" algn="r">
              <a:spcBef>
                <a:spcPts val="0"/>
              </a:spcBef>
              <a:spcAft>
                <a:spcPts val="0"/>
              </a:spcAft>
              <a:buSzPts val="1400"/>
              <a:buNone/>
              <a:defRPr/>
            </a:lvl9pPr>
          </a:lstStyle>
          <a:p/>
        </p:txBody>
      </p:sp>
      <p:sp>
        <p:nvSpPr>
          <p:cNvPr id="40" name="Google Shape;40;p6"/>
          <p:cNvSpPr txBox="1"/>
          <p:nvPr>
            <p:ph idx="12" type="sldNum"/>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indent="0" lvl="0" marL="0" rtl="1" algn="l">
              <a:spcBef>
                <a:spcPts val="0"/>
              </a:spcBef>
              <a:buNone/>
              <a:defRPr/>
            </a:lvl1pPr>
            <a:lvl2pPr indent="0" lvl="1" marL="0" rtl="1" algn="l">
              <a:spcBef>
                <a:spcPts val="0"/>
              </a:spcBef>
              <a:buNone/>
              <a:defRPr/>
            </a:lvl2pPr>
            <a:lvl3pPr indent="0" lvl="2" marL="0" rtl="1" algn="l">
              <a:spcBef>
                <a:spcPts val="0"/>
              </a:spcBef>
              <a:buNone/>
              <a:defRPr/>
            </a:lvl3pPr>
            <a:lvl4pPr indent="0" lvl="3" marL="0" rtl="1" algn="l">
              <a:spcBef>
                <a:spcPts val="0"/>
              </a:spcBef>
              <a:buNone/>
              <a:defRPr/>
            </a:lvl4pPr>
            <a:lvl5pPr indent="0" lvl="4" marL="0" rtl="1" algn="l">
              <a:spcBef>
                <a:spcPts val="0"/>
              </a:spcBef>
              <a:buNone/>
              <a:defRPr/>
            </a:lvl5pPr>
            <a:lvl6pPr indent="0" lvl="5" marL="0" rtl="1" algn="l">
              <a:spcBef>
                <a:spcPts val="0"/>
              </a:spcBef>
              <a:buNone/>
              <a:defRPr/>
            </a:lvl6pPr>
            <a:lvl7pPr indent="0" lvl="6" marL="0" rtl="1" algn="l">
              <a:spcBef>
                <a:spcPts val="0"/>
              </a:spcBef>
              <a:buNone/>
              <a:defRPr/>
            </a:lvl7pPr>
            <a:lvl8pPr indent="0" lvl="7" marL="0" rtl="1" algn="l">
              <a:spcBef>
                <a:spcPts val="0"/>
              </a:spcBef>
              <a:buNone/>
              <a:defRPr/>
            </a:lvl8pPr>
            <a:lvl9pPr indent="0" lvl="8" marL="0" rtl="1" algn="l">
              <a:spcBef>
                <a:spcPts val="0"/>
              </a:spcBef>
              <a:buNone/>
              <a:defRPr/>
            </a:lvl9pPr>
          </a:lstStyle>
          <a:p>
            <a:pPr indent="0" lvl="0" marL="0" rtl="1" algn="l">
              <a:spcBef>
                <a:spcPts val="0"/>
              </a:spcBef>
              <a:spcAft>
                <a:spcPts val="0"/>
              </a:spcAft>
              <a:buNone/>
            </a:pPr>
            <a:fld id="{00000000-1234-1234-1234-123412341234}" type="slidenum">
              <a:rPr lang="iw-IL"/>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השוואה" type="twoTxTwoObj">
  <p:cSld name="TWO_OBJECTS_WITH_TEXT">
    <p:spTree>
      <p:nvGrpSpPr>
        <p:cNvPr id="41" name="Shape 41"/>
        <p:cNvGrpSpPr/>
        <p:nvPr/>
      </p:nvGrpSpPr>
      <p:grpSpPr>
        <a:xfrm>
          <a:off x="0" y="0"/>
          <a:ext cx="0" cy="0"/>
          <a:chOff x="0" y="0"/>
          <a:chExt cx="0" cy="0"/>
        </a:xfrm>
      </p:grpSpPr>
      <p:sp>
        <p:nvSpPr>
          <p:cNvPr id="42" name="Google Shape;42;p7"/>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rtl="1" algn="r">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3" name="Google Shape;43;p7"/>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rtl="1" algn="r">
              <a:lnSpc>
                <a:spcPct val="90000"/>
              </a:lnSpc>
              <a:spcBef>
                <a:spcPts val="1000"/>
              </a:spcBef>
              <a:spcAft>
                <a:spcPts val="0"/>
              </a:spcAft>
              <a:buClr>
                <a:schemeClr val="dk1"/>
              </a:buClr>
              <a:buSzPts val="2400"/>
              <a:buNone/>
              <a:defRPr b="1" sz="2400"/>
            </a:lvl1pPr>
            <a:lvl2pPr indent="-228600" lvl="1" marL="914400" rtl="1" algn="r">
              <a:lnSpc>
                <a:spcPct val="90000"/>
              </a:lnSpc>
              <a:spcBef>
                <a:spcPts val="500"/>
              </a:spcBef>
              <a:spcAft>
                <a:spcPts val="0"/>
              </a:spcAft>
              <a:buClr>
                <a:schemeClr val="dk1"/>
              </a:buClr>
              <a:buSzPts val="2000"/>
              <a:buNone/>
              <a:defRPr b="1" sz="2000"/>
            </a:lvl2pPr>
            <a:lvl3pPr indent="-228600" lvl="2" marL="1371600" rtl="1" algn="r">
              <a:lnSpc>
                <a:spcPct val="90000"/>
              </a:lnSpc>
              <a:spcBef>
                <a:spcPts val="500"/>
              </a:spcBef>
              <a:spcAft>
                <a:spcPts val="0"/>
              </a:spcAft>
              <a:buClr>
                <a:schemeClr val="dk1"/>
              </a:buClr>
              <a:buSzPts val="1800"/>
              <a:buNone/>
              <a:defRPr b="1" sz="1800"/>
            </a:lvl3pPr>
            <a:lvl4pPr indent="-228600" lvl="3" marL="1828800" rtl="1" algn="r">
              <a:lnSpc>
                <a:spcPct val="90000"/>
              </a:lnSpc>
              <a:spcBef>
                <a:spcPts val="500"/>
              </a:spcBef>
              <a:spcAft>
                <a:spcPts val="0"/>
              </a:spcAft>
              <a:buClr>
                <a:schemeClr val="dk1"/>
              </a:buClr>
              <a:buSzPts val="1600"/>
              <a:buNone/>
              <a:defRPr b="1" sz="1600"/>
            </a:lvl4pPr>
            <a:lvl5pPr indent="-228600" lvl="4" marL="2286000" rtl="1" algn="r">
              <a:lnSpc>
                <a:spcPct val="90000"/>
              </a:lnSpc>
              <a:spcBef>
                <a:spcPts val="500"/>
              </a:spcBef>
              <a:spcAft>
                <a:spcPts val="0"/>
              </a:spcAft>
              <a:buClr>
                <a:schemeClr val="dk1"/>
              </a:buClr>
              <a:buSzPts val="1600"/>
              <a:buNone/>
              <a:defRPr b="1" sz="1600"/>
            </a:lvl5pPr>
            <a:lvl6pPr indent="-228600" lvl="5" marL="2743200" rtl="1" algn="r">
              <a:lnSpc>
                <a:spcPct val="90000"/>
              </a:lnSpc>
              <a:spcBef>
                <a:spcPts val="500"/>
              </a:spcBef>
              <a:spcAft>
                <a:spcPts val="0"/>
              </a:spcAft>
              <a:buClr>
                <a:schemeClr val="dk1"/>
              </a:buClr>
              <a:buSzPts val="1600"/>
              <a:buNone/>
              <a:defRPr b="1" sz="1600"/>
            </a:lvl6pPr>
            <a:lvl7pPr indent="-228600" lvl="6" marL="3200400" rtl="1" algn="r">
              <a:lnSpc>
                <a:spcPct val="90000"/>
              </a:lnSpc>
              <a:spcBef>
                <a:spcPts val="500"/>
              </a:spcBef>
              <a:spcAft>
                <a:spcPts val="0"/>
              </a:spcAft>
              <a:buClr>
                <a:schemeClr val="dk1"/>
              </a:buClr>
              <a:buSzPts val="1600"/>
              <a:buNone/>
              <a:defRPr b="1" sz="1600"/>
            </a:lvl7pPr>
            <a:lvl8pPr indent="-228600" lvl="7" marL="3657600" rtl="1" algn="r">
              <a:lnSpc>
                <a:spcPct val="90000"/>
              </a:lnSpc>
              <a:spcBef>
                <a:spcPts val="500"/>
              </a:spcBef>
              <a:spcAft>
                <a:spcPts val="0"/>
              </a:spcAft>
              <a:buClr>
                <a:schemeClr val="dk1"/>
              </a:buClr>
              <a:buSzPts val="1600"/>
              <a:buNone/>
              <a:defRPr b="1" sz="1600"/>
            </a:lvl8pPr>
            <a:lvl9pPr indent="-228600" lvl="8" marL="4114800" rtl="1" algn="r">
              <a:lnSpc>
                <a:spcPct val="90000"/>
              </a:lnSpc>
              <a:spcBef>
                <a:spcPts val="500"/>
              </a:spcBef>
              <a:spcAft>
                <a:spcPts val="0"/>
              </a:spcAft>
              <a:buClr>
                <a:schemeClr val="dk1"/>
              </a:buClr>
              <a:buSzPts val="1600"/>
              <a:buNone/>
              <a:defRPr b="1" sz="1600"/>
            </a:lvl9pPr>
          </a:lstStyle>
          <a:p/>
        </p:txBody>
      </p:sp>
      <p:sp>
        <p:nvSpPr>
          <p:cNvPr id="44" name="Google Shape;44;p7"/>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rtl="1" algn="r">
              <a:lnSpc>
                <a:spcPct val="90000"/>
              </a:lnSpc>
              <a:spcBef>
                <a:spcPts val="1000"/>
              </a:spcBef>
              <a:spcAft>
                <a:spcPts val="0"/>
              </a:spcAft>
              <a:buClr>
                <a:schemeClr val="dk1"/>
              </a:buClr>
              <a:buSzPts val="1800"/>
              <a:buChar char="•"/>
              <a:defRPr/>
            </a:lvl1pPr>
            <a:lvl2pPr indent="-342900" lvl="1" marL="914400" rtl="1" algn="r">
              <a:lnSpc>
                <a:spcPct val="90000"/>
              </a:lnSpc>
              <a:spcBef>
                <a:spcPts val="500"/>
              </a:spcBef>
              <a:spcAft>
                <a:spcPts val="0"/>
              </a:spcAft>
              <a:buClr>
                <a:schemeClr val="dk1"/>
              </a:buClr>
              <a:buSzPts val="1800"/>
              <a:buChar char="•"/>
              <a:defRPr/>
            </a:lvl2pPr>
            <a:lvl3pPr indent="-342900" lvl="2" marL="1371600" rtl="1" algn="r">
              <a:lnSpc>
                <a:spcPct val="90000"/>
              </a:lnSpc>
              <a:spcBef>
                <a:spcPts val="500"/>
              </a:spcBef>
              <a:spcAft>
                <a:spcPts val="0"/>
              </a:spcAft>
              <a:buClr>
                <a:schemeClr val="dk1"/>
              </a:buClr>
              <a:buSzPts val="1800"/>
              <a:buChar char="•"/>
              <a:defRPr/>
            </a:lvl3pPr>
            <a:lvl4pPr indent="-342900" lvl="3" marL="1828800" rtl="1" algn="r">
              <a:lnSpc>
                <a:spcPct val="90000"/>
              </a:lnSpc>
              <a:spcBef>
                <a:spcPts val="500"/>
              </a:spcBef>
              <a:spcAft>
                <a:spcPts val="0"/>
              </a:spcAft>
              <a:buClr>
                <a:schemeClr val="dk1"/>
              </a:buClr>
              <a:buSzPts val="1800"/>
              <a:buChar char="•"/>
              <a:defRPr/>
            </a:lvl4pPr>
            <a:lvl5pPr indent="-342900" lvl="4" marL="2286000" rtl="1" algn="r">
              <a:lnSpc>
                <a:spcPct val="90000"/>
              </a:lnSpc>
              <a:spcBef>
                <a:spcPts val="500"/>
              </a:spcBef>
              <a:spcAft>
                <a:spcPts val="0"/>
              </a:spcAft>
              <a:buClr>
                <a:schemeClr val="dk1"/>
              </a:buClr>
              <a:buSzPts val="1800"/>
              <a:buChar char="•"/>
              <a:defRPr/>
            </a:lvl5pPr>
            <a:lvl6pPr indent="-342900" lvl="5" marL="2743200" rtl="1" algn="r">
              <a:lnSpc>
                <a:spcPct val="90000"/>
              </a:lnSpc>
              <a:spcBef>
                <a:spcPts val="500"/>
              </a:spcBef>
              <a:spcAft>
                <a:spcPts val="0"/>
              </a:spcAft>
              <a:buClr>
                <a:schemeClr val="dk1"/>
              </a:buClr>
              <a:buSzPts val="1800"/>
              <a:buChar char="•"/>
              <a:defRPr/>
            </a:lvl6pPr>
            <a:lvl7pPr indent="-342900" lvl="6" marL="3200400" rtl="1" algn="r">
              <a:lnSpc>
                <a:spcPct val="90000"/>
              </a:lnSpc>
              <a:spcBef>
                <a:spcPts val="500"/>
              </a:spcBef>
              <a:spcAft>
                <a:spcPts val="0"/>
              </a:spcAft>
              <a:buClr>
                <a:schemeClr val="dk1"/>
              </a:buClr>
              <a:buSzPts val="1800"/>
              <a:buChar char="•"/>
              <a:defRPr/>
            </a:lvl7pPr>
            <a:lvl8pPr indent="-342900" lvl="7" marL="3657600" rtl="1" algn="r">
              <a:lnSpc>
                <a:spcPct val="90000"/>
              </a:lnSpc>
              <a:spcBef>
                <a:spcPts val="500"/>
              </a:spcBef>
              <a:spcAft>
                <a:spcPts val="0"/>
              </a:spcAft>
              <a:buClr>
                <a:schemeClr val="dk1"/>
              </a:buClr>
              <a:buSzPts val="1800"/>
              <a:buChar char="•"/>
              <a:defRPr/>
            </a:lvl8pPr>
            <a:lvl9pPr indent="-342900" lvl="8" marL="4114800" rtl="1" algn="r">
              <a:lnSpc>
                <a:spcPct val="90000"/>
              </a:lnSpc>
              <a:spcBef>
                <a:spcPts val="500"/>
              </a:spcBef>
              <a:spcAft>
                <a:spcPts val="0"/>
              </a:spcAft>
              <a:buClr>
                <a:schemeClr val="dk1"/>
              </a:buClr>
              <a:buSzPts val="1800"/>
              <a:buChar char="•"/>
              <a:defRPr/>
            </a:lvl9pPr>
          </a:lstStyle>
          <a:p/>
        </p:txBody>
      </p:sp>
      <p:sp>
        <p:nvSpPr>
          <p:cNvPr id="45" name="Google Shape;45;p7"/>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rtl="1" algn="r">
              <a:lnSpc>
                <a:spcPct val="90000"/>
              </a:lnSpc>
              <a:spcBef>
                <a:spcPts val="1000"/>
              </a:spcBef>
              <a:spcAft>
                <a:spcPts val="0"/>
              </a:spcAft>
              <a:buClr>
                <a:schemeClr val="dk1"/>
              </a:buClr>
              <a:buSzPts val="2400"/>
              <a:buNone/>
              <a:defRPr b="1" sz="2400"/>
            </a:lvl1pPr>
            <a:lvl2pPr indent="-228600" lvl="1" marL="914400" rtl="1" algn="r">
              <a:lnSpc>
                <a:spcPct val="90000"/>
              </a:lnSpc>
              <a:spcBef>
                <a:spcPts val="500"/>
              </a:spcBef>
              <a:spcAft>
                <a:spcPts val="0"/>
              </a:spcAft>
              <a:buClr>
                <a:schemeClr val="dk1"/>
              </a:buClr>
              <a:buSzPts val="2000"/>
              <a:buNone/>
              <a:defRPr b="1" sz="2000"/>
            </a:lvl2pPr>
            <a:lvl3pPr indent="-228600" lvl="2" marL="1371600" rtl="1" algn="r">
              <a:lnSpc>
                <a:spcPct val="90000"/>
              </a:lnSpc>
              <a:spcBef>
                <a:spcPts val="500"/>
              </a:spcBef>
              <a:spcAft>
                <a:spcPts val="0"/>
              </a:spcAft>
              <a:buClr>
                <a:schemeClr val="dk1"/>
              </a:buClr>
              <a:buSzPts val="1800"/>
              <a:buNone/>
              <a:defRPr b="1" sz="1800"/>
            </a:lvl3pPr>
            <a:lvl4pPr indent="-228600" lvl="3" marL="1828800" rtl="1" algn="r">
              <a:lnSpc>
                <a:spcPct val="90000"/>
              </a:lnSpc>
              <a:spcBef>
                <a:spcPts val="500"/>
              </a:spcBef>
              <a:spcAft>
                <a:spcPts val="0"/>
              </a:spcAft>
              <a:buClr>
                <a:schemeClr val="dk1"/>
              </a:buClr>
              <a:buSzPts val="1600"/>
              <a:buNone/>
              <a:defRPr b="1" sz="1600"/>
            </a:lvl4pPr>
            <a:lvl5pPr indent="-228600" lvl="4" marL="2286000" rtl="1" algn="r">
              <a:lnSpc>
                <a:spcPct val="90000"/>
              </a:lnSpc>
              <a:spcBef>
                <a:spcPts val="500"/>
              </a:spcBef>
              <a:spcAft>
                <a:spcPts val="0"/>
              </a:spcAft>
              <a:buClr>
                <a:schemeClr val="dk1"/>
              </a:buClr>
              <a:buSzPts val="1600"/>
              <a:buNone/>
              <a:defRPr b="1" sz="1600"/>
            </a:lvl5pPr>
            <a:lvl6pPr indent="-228600" lvl="5" marL="2743200" rtl="1" algn="r">
              <a:lnSpc>
                <a:spcPct val="90000"/>
              </a:lnSpc>
              <a:spcBef>
                <a:spcPts val="500"/>
              </a:spcBef>
              <a:spcAft>
                <a:spcPts val="0"/>
              </a:spcAft>
              <a:buClr>
                <a:schemeClr val="dk1"/>
              </a:buClr>
              <a:buSzPts val="1600"/>
              <a:buNone/>
              <a:defRPr b="1" sz="1600"/>
            </a:lvl6pPr>
            <a:lvl7pPr indent="-228600" lvl="6" marL="3200400" rtl="1" algn="r">
              <a:lnSpc>
                <a:spcPct val="90000"/>
              </a:lnSpc>
              <a:spcBef>
                <a:spcPts val="500"/>
              </a:spcBef>
              <a:spcAft>
                <a:spcPts val="0"/>
              </a:spcAft>
              <a:buClr>
                <a:schemeClr val="dk1"/>
              </a:buClr>
              <a:buSzPts val="1600"/>
              <a:buNone/>
              <a:defRPr b="1" sz="1600"/>
            </a:lvl7pPr>
            <a:lvl8pPr indent="-228600" lvl="7" marL="3657600" rtl="1" algn="r">
              <a:lnSpc>
                <a:spcPct val="90000"/>
              </a:lnSpc>
              <a:spcBef>
                <a:spcPts val="500"/>
              </a:spcBef>
              <a:spcAft>
                <a:spcPts val="0"/>
              </a:spcAft>
              <a:buClr>
                <a:schemeClr val="dk1"/>
              </a:buClr>
              <a:buSzPts val="1600"/>
              <a:buNone/>
              <a:defRPr b="1" sz="1600"/>
            </a:lvl8pPr>
            <a:lvl9pPr indent="-228600" lvl="8" marL="4114800" rtl="1" algn="r">
              <a:lnSpc>
                <a:spcPct val="90000"/>
              </a:lnSpc>
              <a:spcBef>
                <a:spcPts val="500"/>
              </a:spcBef>
              <a:spcAft>
                <a:spcPts val="0"/>
              </a:spcAft>
              <a:buClr>
                <a:schemeClr val="dk1"/>
              </a:buClr>
              <a:buSzPts val="1600"/>
              <a:buNone/>
              <a:defRPr b="1" sz="1600"/>
            </a:lvl9pPr>
          </a:lstStyle>
          <a:p/>
        </p:txBody>
      </p:sp>
      <p:sp>
        <p:nvSpPr>
          <p:cNvPr id="46" name="Google Shape;46;p7"/>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rtl="1" algn="r">
              <a:lnSpc>
                <a:spcPct val="90000"/>
              </a:lnSpc>
              <a:spcBef>
                <a:spcPts val="1000"/>
              </a:spcBef>
              <a:spcAft>
                <a:spcPts val="0"/>
              </a:spcAft>
              <a:buClr>
                <a:schemeClr val="dk1"/>
              </a:buClr>
              <a:buSzPts val="1800"/>
              <a:buChar char="•"/>
              <a:defRPr/>
            </a:lvl1pPr>
            <a:lvl2pPr indent="-342900" lvl="1" marL="914400" rtl="1" algn="r">
              <a:lnSpc>
                <a:spcPct val="90000"/>
              </a:lnSpc>
              <a:spcBef>
                <a:spcPts val="500"/>
              </a:spcBef>
              <a:spcAft>
                <a:spcPts val="0"/>
              </a:spcAft>
              <a:buClr>
                <a:schemeClr val="dk1"/>
              </a:buClr>
              <a:buSzPts val="1800"/>
              <a:buChar char="•"/>
              <a:defRPr/>
            </a:lvl2pPr>
            <a:lvl3pPr indent="-342900" lvl="2" marL="1371600" rtl="1" algn="r">
              <a:lnSpc>
                <a:spcPct val="90000"/>
              </a:lnSpc>
              <a:spcBef>
                <a:spcPts val="500"/>
              </a:spcBef>
              <a:spcAft>
                <a:spcPts val="0"/>
              </a:spcAft>
              <a:buClr>
                <a:schemeClr val="dk1"/>
              </a:buClr>
              <a:buSzPts val="1800"/>
              <a:buChar char="•"/>
              <a:defRPr/>
            </a:lvl3pPr>
            <a:lvl4pPr indent="-342900" lvl="3" marL="1828800" rtl="1" algn="r">
              <a:lnSpc>
                <a:spcPct val="90000"/>
              </a:lnSpc>
              <a:spcBef>
                <a:spcPts val="500"/>
              </a:spcBef>
              <a:spcAft>
                <a:spcPts val="0"/>
              </a:spcAft>
              <a:buClr>
                <a:schemeClr val="dk1"/>
              </a:buClr>
              <a:buSzPts val="1800"/>
              <a:buChar char="•"/>
              <a:defRPr/>
            </a:lvl4pPr>
            <a:lvl5pPr indent="-342900" lvl="4" marL="2286000" rtl="1" algn="r">
              <a:lnSpc>
                <a:spcPct val="90000"/>
              </a:lnSpc>
              <a:spcBef>
                <a:spcPts val="500"/>
              </a:spcBef>
              <a:spcAft>
                <a:spcPts val="0"/>
              </a:spcAft>
              <a:buClr>
                <a:schemeClr val="dk1"/>
              </a:buClr>
              <a:buSzPts val="1800"/>
              <a:buChar char="•"/>
              <a:defRPr/>
            </a:lvl5pPr>
            <a:lvl6pPr indent="-342900" lvl="5" marL="2743200" rtl="1" algn="r">
              <a:lnSpc>
                <a:spcPct val="90000"/>
              </a:lnSpc>
              <a:spcBef>
                <a:spcPts val="500"/>
              </a:spcBef>
              <a:spcAft>
                <a:spcPts val="0"/>
              </a:spcAft>
              <a:buClr>
                <a:schemeClr val="dk1"/>
              </a:buClr>
              <a:buSzPts val="1800"/>
              <a:buChar char="•"/>
              <a:defRPr/>
            </a:lvl6pPr>
            <a:lvl7pPr indent="-342900" lvl="6" marL="3200400" rtl="1" algn="r">
              <a:lnSpc>
                <a:spcPct val="90000"/>
              </a:lnSpc>
              <a:spcBef>
                <a:spcPts val="500"/>
              </a:spcBef>
              <a:spcAft>
                <a:spcPts val="0"/>
              </a:spcAft>
              <a:buClr>
                <a:schemeClr val="dk1"/>
              </a:buClr>
              <a:buSzPts val="1800"/>
              <a:buChar char="•"/>
              <a:defRPr/>
            </a:lvl7pPr>
            <a:lvl8pPr indent="-342900" lvl="7" marL="3657600" rtl="1" algn="r">
              <a:lnSpc>
                <a:spcPct val="90000"/>
              </a:lnSpc>
              <a:spcBef>
                <a:spcPts val="500"/>
              </a:spcBef>
              <a:spcAft>
                <a:spcPts val="0"/>
              </a:spcAft>
              <a:buClr>
                <a:schemeClr val="dk1"/>
              </a:buClr>
              <a:buSzPts val="1800"/>
              <a:buChar char="•"/>
              <a:defRPr/>
            </a:lvl8pPr>
            <a:lvl9pPr indent="-342900" lvl="8" marL="4114800" rtl="1" algn="r">
              <a:lnSpc>
                <a:spcPct val="90000"/>
              </a:lnSpc>
              <a:spcBef>
                <a:spcPts val="500"/>
              </a:spcBef>
              <a:spcAft>
                <a:spcPts val="0"/>
              </a:spcAft>
              <a:buClr>
                <a:schemeClr val="dk1"/>
              </a:buClr>
              <a:buSzPts val="1800"/>
              <a:buChar char="•"/>
              <a:defRPr/>
            </a:lvl9pPr>
          </a:lstStyle>
          <a:p/>
        </p:txBody>
      </p:sp>
      <p:sp>
        <p:nvSpPr>
          <p:cNvPr id="47" name="Google Shape;47;p7"/>
          <p:cNvSpPr txBox="1"/>
          <p:nvPr>
            <p:ph idx="10" type="dt"/>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lvl="0" rtl="1" algn="r">
              <a:spcBef>
                <a:spcPts val="0"/>
              </a:spcBef>
              <a:spcAft>
                <a:spcPts val="0"/>
              </a:spcAft>
              <a:buSzPts val="1400"/>
              <a:buNone/>
              <a:defRPr/>
            </a:lvl1pPr>
            <a:lvl2pPr lvl="1" rtl="1" algn="r">
              <a:spcBef>
                <a:spcPts val="0"/>
              </a:spcBef>
              <a:spcAft>
                <a:spcPts val="0"/>
              </a:spcAft>
              <a:buSzPts val="1400"/>
              <a:buNone/>
              <a:defRPr/>
            </a:lvl2pPr>
            <a:lvl3pPr lvl="2" rtl="1" algn="r">
              <a:spcBef>
                <a:spcPts val="0"/>
              </a:spcBef>
              <a:spcAft>
                <a:spcPts val="0"/>
              </a:spcAft>
              <a:buSzPts val="1400"/>
              <a:buNone/>
              <a:defRPr/>
            </a:lvl3pPr>
            <a:lvl4pPr lvl="3" rtl="1" algn="r">
              <a:spcBef>
                <a:spcPts val="0"/>
              </a:spcBef>
              <a:spcAft>
                <a:spcPts val="0"/>
              </a:spcAft>
              <a:buSzPts val="1400"/>
              <a:buNone/>
              <a:defRPr/>
            </a:lvl4pPr>
            <a:lvl5pPr lvl="4" rtl="1" algn="r">
              <a:spcBef>
                <a:spcPts val="0"/>
              </a:spcBef>
              <a:spcAft>
                <a:spcPts val="0"/>
              </a:spcAft>
              <a:buSzPts val="1400"/>
              <a:buNone/>
              <a:defRPr/>
            </a:lvl5pPr>
            <a:lvl6pPr lvl="5" rtl="1" algn="r">
              <a:spcBef>
                <a:spcPts val="0"/>
              </a:spcBef>
              <a:spcAft>
                <a:spcPts val="0"/>
              </a:spcAft>
              <a:buSzPts val="1400"/>
              <a:buNone/>
              <a:defRPr/>
            </a:lvl6pPr>
            <a:lvl7pPr lvl="6" rtl="1" algn="r">
              <a:spcBef>
                <a:spcPts val="0"/>
              </a:spcBef>
              <a:spcAft>
                <a:spcPts val="0"/>
              </a:spcAft>
              <a:buSzPts val="1400"/>
              <a:buNone/>
              <a:defRPr/>
            </a:lvl7pPr>
            <a:lvl8pPr lvl="7" rtl="1" algn="r">
              <a:spcBef>
                <a:spcPts val="0"/>
              </a:spcBef>
              <a:spcAft>
                <a:spcPts val="0"/>
              </a:spcAft>
              <a:buSzPts val="1400"/>
              <a:buNone/>
              <a:defRPr/>
            </a:lvl8pPr>
            <a:lvl9pPr lvl="8" rtl="1" algn="r">
              <a:spcBef>
                <a:spcPts val="0"/>
              </a:spcBef>
              <a:spcAft>
                <a:spcPts val="0"/>
              </a:spcAft>
              <a:buSzPts val="1400"/>
              <a:buNone/>
              <a:defRPr/>
            </a:lvl9pPr>
          </a:lstStyle>
          <a:p/>
        </p:txBody>
      </p:sp>
      <p:sp>
        <p:nvSpPr>
          <p:cNvPr id="48" name="Google Shape;48;p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rtl="1" algn="ctr">
              <a:spcBef>
                <a:spcPts val="0"/>
              </a:spcBef>
              <a:spcAft>
                <a:spcPts val="0"/>
              </a:spcAft>
              <a:buSzPts val="1400"/>
              <a:buNone/>
              <a:defRPr/>
            </a:lvl1pPr>
            <a:lvl2pPr lvl="1" rtl="1" algn="r">
              <a:spcBef>
                <a:spcPts val="0"/>
              </a:spcBef>
              <a:spcAft>
                <a:spcPts val="0"/>
              </a:spcAft>
              <a:buSzPts val="1400"/>
              <a:buNone/>
              <a:defRPr/>
            </a:lvl2pPr>
            <a:lvl3pPr lvl="2" rtl="1" algn="r">
              <a:spcBef>
                <a:spcPts val="0"/>
              </a:spcBef>
              <a:spcAft>
                <a:spcPts val="0"/>
              </a:spcAft>
              <a:buSzPts val="1400"/>
              <a:buNone/>
              <a:defRPr/>
            </a:lvl3pPr>
            <a:lvl4pPr lvl="3" rtl="1" algn="r">
              <a:spcBef>
                <a:spcPts val="0"/>
              </a:spcBef>
              <a:spcAft>
                <a:spcPts val="0"/>
              </a:spcAft>
              <a:buSzPts val="1400"/>
              <a:buNone/>
              <a:defRPr/>
            </a:lvl4pPr>
            <a:lvl5pPr lvl="4" rtl="1" algn="r">
              <a:spcBef>
                <a:spcPts val="0"/>
              </a:spcBef>
              <a:spcAft>
                <a:spcPts val="0"/>
              </a:spcAft>
              <a:buSzPts val="1400"/>
              <a:buNone/>
              <a:defRPr/>
            </a:lvl5pPr>
            <a:lvl6pPr lvl="5" rtl="1" algn="r">
              <a:spcBef>
                <a:spcPts val="0"/>
              </a:spcBef>
              <a:spcAft>
                <a:spcPts val="0"/>
              </a:spcAft>
              <a:buSzPts val="1400"/>
              <a:buNone/>
              <a:defRPr/>
            </a:lvl6pPr>
            <a:lvl7pPr lvl="6" rtl="1" algn="r">
              <a:spcBef>
                <a:spcPts val="0"/>
              </a:spcBef>
              <a:spcAft>
                <a:spcPts val="0"/>
              </a:spcAft>
              <a:buSzPts val="1400"/>
              <a:buNone/>
              <a:defRPr/>
            </a:lvl7pPr>
            <a:lvl8pPr lvl="7" rtl="1" algn="r">
              <a:spcBef>
                <a:spcPts val="0"/>
              </a:spcBef>
              <a:spcAft>
                <a:spcPts val="0"/>
              </a:spcAft>
              <a:buSzPts val="1400"/>
              <a:buNone/>
              <a:defRPr/>
            </a:lvl8pPr>
            <a:lvl9pPr lvl="8" rtl="1" algn="r">
              <a:spcBef>
                <a:spcPts val="0"/>
              </a:spcBef>
              <a:spcAft>
                <a:spcPts val="0"/>
              </a:spcAft>
              <a:buSzPts val="1400"/>
              <a:buNone/>
              <a:defRPr/>
            </a:lvl9pPr>
          </a:lstStyle>
          <a:p/>
        </p:txBody>
      </p:sp>
      <p:sp>
        <p:nvSpPr>
          <p:cNvPr id="49" name="Google Shape;49;p7"/>
          <p:cNvSpPr txBox="1"/>
          <p:nvPr>
            <p:ph idx="12" type="sldNum"/>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indent="0" lvl="0" marL="0" rtl="1" algn="l">
              <a:spcBef>
                <a:spcPts val="0"/>
              </a:spcBef>
              <a:buNone/>
              <a:defRPr/>
            </a:lvl1pPr>
            <a:lvl2pPr indent="0" lvl="1" marL="0" rtl="1" algn="l">
              <a:spcBef>
                <a:spcPts val="0"/>
              </a:spcBef>
              <a:buNone/>
              <a:defRPr/>
            </a:lvl2pPr>
            <a:lvl3pPr indent="0" lvl="2" marL="0" rtl="1" algn="l">
              <a:spcBef>
                <a:spcPts val="0"/>
              </a:spcBef>
              <a:buNone/>
              <a:defRPr/>
            </a:lvl3pPr>
            <a:lvl4pPr indent="0" lvl="3" marL="0" rtl="1" algn="l">
              <a:spcBef>
                <a:spcPts val="0"/>
              </a:spcBef>
              <a:buNone/>
              <a:defRPr/>
            </a:lvl4pPr>
            <a:lvl5pPr indent="0" lvl="4" marL="0" rtl="1" algn="l">
              <a:spcBef>
                <a:spcPts val="0"/>
              </a:spcBef>
              <a:buNone/>
              <a:defRPr/>
            </a:lvl5pPr>
            <a:lvl6pPr indent="0" lvl="5" marL="0" rtl="1" algn="l">
              <a:spcBef>
                <a:spcPts val="0"/>
              </a:spcBef>
              <a:buNone/>
              <a:defRPr/>
            </a:lvl6pPr>
            <a:lvl7pPr indent="0" lvl="6" marL="0" rtl="1" algn="l">
              <a:spcBef>
                <a:spcPts val="0"/>
              </a:spcBef>
              <a:buNone/>
              <a:defRPr/>
            </a:lvl7pPr>
            <a:lvl8pPr indent="0" lvl="7" marL="0" rtl="1" algn="l">
              <a:spcBef>
                <a:spcPts val="0"/>
              </a:spcBef>
              <a:buNone/>
              <a:defRPr/>
            </a:lvl8pPr>
            <a:lvl9pPr indent="0" lvl="8" marL="0" rtl="1" algn="l">
              <a:spcBef>
                <a:spcPts val="0"/>
              </a:spcBef>
              <a:buNone/>
              <a:defRPr/>
            </a:lvl9pPr>
          </a:lstStyle>
          <a:p>
            <a:pPr indent="0" lvl="0" marL="0" rtl="1" algn="l">
              <a:spcBef>
                <a:spcPts val="0"/>
              </a:spcBef>
              <a:spcAft>
                <a:spcPts val="0"/>
              </a:spcAft>
              <a:buNone/>
            </a:pPr>
            <a:fld id="{00000000-1234-1234-1234-123412341234}" type="slidenum">
              <a:rPr lang="iw-IL"/>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ריק" type="blank">
  <p:cSld name="BLANK">
    <p:spTree>
      <p:nvGrpSpPr>
        <p:cNvPr id="50" name="Shape 50"/>
        <p:cNvGrpSpPr/>
        <p:nvPr/>
      </p:nvGrpSpPr>
      <p:grpSpPr>
        <a:xfrm>
          <a:off x="0" y="0"/>
          <a:ext cx="0" cy="0"/>
          <a:chOff x="0" y="0"/>
          <a:chExt cx="0" cy="0"/>
        </a:xfrm>
      </p:grpSpPr>
      <p:sp>
        <p:nvSpPr>
          <p:cNvPr id="51" name="Google Shape;51;p8"/>
          <p:cNvSpPr txBox="1"/>
          <p:nvPr>
            <p:ph idx="10" type="dt"/>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lvl="0" rtl="1" algn="r">
              <a:spcBef>
                <a:spcPts val="0"/>
              </a:spcBef>
              <a:spcAft>
                <a:spcPts val="0"/>
              </a:spcAft>
              <a:buSzPts val="1400"/>
              <a:buNone/>
              <a:defRPr/>
            </a:lvl1pPr>
            <a:lvl2pPr lvl="1" rtl="1" algn="r">
              <a:spcBef>
                <a:spcPts val="0"/>
              </a:spcBef>
              <a:spcAft>
                <a:spcPts val="0"/>
              </a:spcAft>
              <a:buSzPts val="1400"/>
              <a:buNone/>
              <a:defRPr/>
            </a:lvl2pPr>
            <a:lvl3pPr lvl="2" rtl="1" algn="r">
              <a:spcBef>
                <a:spcPts val="0"/>
              </a:spcBef>
              <a:spcAft>
                <a:spcPts val="0"/>
              </a:spcAft>
              <a:buSzPts val="1400"/>
              <a:buNone/>
              <a:defRPr/>
            </a:lvl3pPr>
            <a:lvl4pPr lvl="3" rtl="1" algn="r">
              <a:spcBef>
                <a:spcPts val="0"/>
              </a:spcBef>
              <a:spcAft>
                <a:spcPts val="0"/>
              </a:spcAft>
              <a:buSzPts val="1400"/>
              <a:buNone/>
              <a:defRPr/>
            </a:lvl4pPr>
            <a:lvl5pPr lvl="4" rtl="1" algn="r">
              <a:spcBef>
                <a:spcPts val="0"/>
              </a:spcBef>
              <a:spcAft>
                <a:spcPts val="0"/>
              </a:spcAft>
              <a:buSzPts val="1400"/>
              <a:buNone/>
              <a:defRPr/>
            </a:lvl5pPr>
            <a:lvl6pPr lvl="5" rtl="1" algn="r">
              <a:spcBef>
                <a:spcPts val="0"/>
              </a:spcBef>
              <a:spcAft>
                <a:spcPts val="0"/>
              </a:spcAft>
              <a:buSzPts val="1400"/>
              <a:buNone/>
              <a:defRPr/>
            </a:lvl6pPr>
            <a:lvl7pPr lvl="6" rtl="1" algn="r">
              <a:spcBef>
                <a:spcPts val="0"/>
              </a:spcBef>
              <a:spcAft>
                <a:spcPts val="0"/>
              </a:spcAft>
              <a:buSzPts val="1400"/>
              <a:buNone/>
              <a:defRPr/>
            </a:lvl7pPr>
            <a:lvl8pPr lvl="7" rtl="1" algn="r">
              <a:spcBef>
                <a:spcPts val="0"/>
              </a:spcBef>
              <a:spcAft>
                <a:spcPts val="0"/>
              </a:spcAft>
              <a:buSzPts val="1400"/>
              <a:buNone/>
              <a:defRPr/>
            </a:lvl8pPr>
            <a:lvl9pPr lvl="8" rtl="1" algn="r">
              <a:spcBef>
                <a:spcPts val="0"/>
              </a:spcBef>
              <a:spcAft>
                <a:spcPts val="0"/>
              </a:spcAft>
              <a:buSzPts val="1400"/>
              <a:buNone/>
              <a:defRPr/>
            </a:lvl9pPr>
          </a:lstStyle>
          <a:p/>
        </p:txBody>
      </p:sp>
      <p:sp>
        <p:nvSpPr>
          <p:cNvPr id="52" name="Google Shape;52;p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rtl="1" algn="ctr">
              <a:spcBef>
                <a:spcPts val="0"/>
              </a:spcBef>
              <a:spcAft>
                <a:spcPts val="0"/>
              </a:spcAft>
              <a:buSzPts val="1400"/>
              <a:buNone/>
              <a:defRPr/>
            </a:lvl1pPr>
            <a:lvl2pPr lvl="1" rtl="1" algn="r">
              <a:spcBef>
                <a:spcPts val="0"/>
              </a:spcBef>
              <a:spcAft>
                <a:spcPts val="0"/>
              </a:spcAft>
              <a:buSzPts val="1400"/>
              <a:buNone/>
              <a:defRPr/>
            </a:lvl2pPr>
            <a:lvl3pPr lvl="2" rtl="1" algn="r">
              <a:spcBef>
                <a:spcPts val="0"/>
              </a:spcBef>
              <a:spcAft>
                <a:spcPts val="0"/>
              </a:spcAft>
              <a:buSzPts val="1400"/>
              <a:buNone/>
              <a:defRPr/>
            </a:lvl3pPr>
            <a:lvl4pPr lvl="3" rtl="1" algn="r">
              <a:spcBef>
                <a:spcPts val="0"/>
              </a:spcBef>
              <a:spcAft>
                <a:spcPts val="0"/>
              </a:spcAft>
              <a:buSzPts val="1400"/>
              <a:buNone/>
              <a:defRPr/>
            </a:lvl4pPr>
            <a:lvl5pPr lvl="4" rtl="1" algn="r">
              <a:spcBef>
                <a:spcPts val="0"/>
              </a:spcBef>
              <a:spcAft>
                <a:spcPts val="0"/>
              </a:spcAft>
              <a:buSzPts val="1400"/>
              <a:buNone/>
              <a:defRPr/>
            </a:lvl5pPr>
            <a:lvl6pPr lvl="5" rtl="1" algn="r">
              <a:spcBef>
                <a:spcPts val="0"/>
              </a:spcBef>
              <a:spcAft>
                <a:spcPts val="0"/>
              </a:spcAft>
              <a:buSzPts val="1400"/>
              <a:buNone/>
              <a:defRPr/>
            </a:lvl6pPr>
            <a:lvl7pPr lvl="6" rtl="1" algn="r">
              <a:spcBef>
                <a:spcPts val="0"/>
              </a:spcBef>
              <a:spcAft>
                <a:spcPts val="0"/>
              </a:spcAft>
              <a:buSzPts val="1400"/>
              <a:buNone/>
              <a:defRPr/>
            </a:lvl7pPr>
            <a:lvl8pPr lvl="7" rtl="1" algn="r">
              <a:spcBef>
                <a:spcPts val="0"/>
              </a:spcBef>
              <a:spcAft>
                <a:spcPts val="0"/>
              </a:spcAft>
              <a:buSzPts val="1400"/>
              <a:buNone/>
              <a:defRPr/>
            </a:lvl8pPr>
            <a:lvl9pPr lvl="8" rtl="1" algn="r">
              <a:spcBef>
                <a:spcPts val="0"/>
              </a:spcBef>
              <a:spcAft>
                <a:spcPts val="0"/>
              </a:spcAft>
              <a:buSzPts val="1400"/>
              <a:buNone/>
              <a:defRPr/>
            </a:lvl9pPr>
          </a:lstStyle>
          <a:p/>
        </p:txBody>
      </p:sp>
      <p:sp>
        <p:nvSpPr>
          <p:cNvPr id="53" name="Google Shape;53;p8"/>
          <p:cNvSpPr txBox="1"/>
          <p:nvPr>
            <p:ph idx="12" type="sldNum"/>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indent="0" lvl="0" marL="0" rtl="1" algn="l">
              <a:spcBef>
                <a:spcPts val="0"/>
              </a:spcBef>
              <a:buNone/>
              <a:defRPr/>
            </a:lvl1pPr>
            <a:lvl2pPr indent="0" lvl="1" marL="0" rtl="1" algn="l">
              <a:spcBef>
                <a:spcPts val="0"/>
              </a:spcBef>
              <a:buNone/>
              <a:defRPr/>
            </a:lvl2pPr>
            <a:lvl3pPr indent="0" lvl="2" marL="0" rtl="1" algn="l">
              <a:spcBef>
                <a:spcPts val="0"/>
              </a:spcBef>
              <a:buNone/>
              <a:defRPr/>
            </a:lvl3pPr>
            <a:lvl4pPr indent="0" lvl="3" marL="0" rtl="1" algn="l">
              <a:spcBef>
                <a:spcPts val="0"/>
              </a:spcBef>
              <a:buNone/>
              <a:defRPr/>
            </a:lvl4pPr>
            <a:lvl5pPr indent="0" lvl="4" marL="0" rtl="1" algn="l">
              <a:spcBef>
                <a:spcPts val="0"/>
              </a:spcBef>
              <a:buNone/>
              <a:defRPr/>
            </a:lvl5pPr>
            <a:lvl6pPr indent="0" lvl="5" marL="0" rtl="1" algn="l">
              <a:spcBef>
                <a:spcPts val="0"/>
              </a:spcBef>
              <a:buNone/>
              <a:defRPr/>
            </a:lvl6pPr>
            <a:lvl7pPr indent="0" lvl="6" marL="0" rtl="1" algn="l">
              <a:spcBef>
                <a:spcPts val="0"/>
              </a:spcBef>
              <a:buNone/>
              <a:defRPr/>
            </a:lvl7pPr>
            <a:lvl8pPr indent="0" lvl="7" marL="0" rtl="1" algn="l">
              <a:spcBef>
                <a:spcPts val="0"/>
              </a:spcBef>
              <a:buNone/>
              <a:defRPr/>
            </a:lvl8pPr>
            <a:lvl9pPr indent="0" lvl="8" marL="0" rtl="1" algn="l">
              <a:spcBef>
                <a:spcPts val="0"/>
              </a:spcBef>
              <a:buNone/>
              <a:defRPr/>
            </a:lvl9pPr>
          </a:lstStyle>
          <a:p>
            <a:pPr indent="0" lvl="0" marL="0" rtl="1" algn="l">
              <a:spcBef>
                <a:spcPts val="0"/>
              </a:spcBef>
              <a:spcAft>
                <a:spcPts val="0"/>
              </a:spcAft>
              <a:buNone/>
            </a:pPr>
            <a:fld id="{00000000-1234-1234-1234-123412341234}" type="slidenum">
              <a:rPr lang="iw-IL"/>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תוכן עם כיתוב"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rtl="1" algn="r">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rtl="1" algn="r">
              <a:lnSpc>
                <a:spcPct val="90000"/>
              </a:lnSpc>
              <a:spcBef>
                <a:spcPts val="1000"/>
              </a:spcBef>
              <a:spcAft>
                <a:spcPts val="0"/>
              </a:spcAft>
              <a:buClr>
                <a:schemeClr val="dk1"/>
              </a:buClr>
              <a:buSzPts val="3200"/>
              <a:buChar char="•"/>
              <a:defRPr sz="3200"/>
            </a:lvl1pPr>
            <a:lvl2pPr indent="-406400" lvl="1" marL="914400" rtl="1" algn="r">
              <a:lnSpc>
                <a:spcPct val="90000"/>
              </a:lnSpc>
              <a:spcBef>
                <a:spcPts val="500"/>
              </a:spcBef>
              <a:spcAft>
                <a:spcPts val="0"/>
              </a:spcAft>
              <a:buClr>
                <a:schemeClr val="dk1"/>
              </a:buClr>
              <a:buSzPts val="2800"/>
              <a:buChar char="•"/>
              <a:defRPr sz="2800"/>
            </a:lvl2pPr>
            <a:lvl3pPr indent="-381000" lvl="2" marL="1371600" rtl="1" algn="r">
              <a:lnSpc>
                <a:spcPct val="90000"/>
              </a:lnSpc>
              <a:spcBef>
                <a:spcPts val="500"/>
              </a:spcBef>
              <a:spcAft>
                <a:spcPts val="0"/>
              </a:spcAft>
              <a:buClr>
                <a:schemeClr val="dk1"/>
              </a:buClr>
              <a:buSzPts val="2400"/>
              <a:buChar char="•"/>
              <a:defRPr sz="2400"/>
            </a:lvl3pPr>
            <a:lvl4pPr indent="-355600" lvl="3" marL="1828800" rtl="1" algn="r">
              <a:lnSpc>
                <a:spcPct val="90000"/>
              </a:lnSpc>
              <a:spcBef>
                <a:spcPts val="500"/>
              </a:spcBef>
              <a:spcAft>
                <a:spcPts val="0"/>
              </a:spcAft>
              <a:buClr>
                <a:schemeClr val="dk1"/>
              </a:buClr>
              <a:buSzPts val="2000"/>
              <a:buChar char="•"/>
              <a:defRPr sz="2000"/>
            </a:lvl4pPr>
            <a:lvl5pPr indent="-355600" lvl="4" marL="2286000" rtl="1" algn="r">
              <a:lnSpc>
                <a:spcPct val="90000"/>
              </a:lnSpc>
              <a:spcBef>
                <a:spcPts val="500"/>
              </a:spcBef>
              <a:spcAft>
                <a:spcPts val="0"/>
              </a:spcAft>
              <a:buClr>
                <a:schemeClr val="dk1"/>
              </a:buClr>
              <a:buSzPts val="2000"/>
              <a:buChar char="•"/>
              <a:defRPr sz="2000"/>
            </a:lvl5pPr>
            <a:lvl6pPr indent="-355600" lvl="5" marL="2743200" rtl="1" algn="r">
              <a:lnSpc>
                <a:spcPct val="90000"/>
              </a:lnSpc>
              <a:spcBef>
                <a:spcPts val="500"/>
              </a:spcBef>
              <a:spcAft>
                <a:spcPts val="0"/>
              </a:spcAft>
              <a:buClr>
                <a:schemeClr val="dk1"/>
              </a:buClr>
              <a:buSzPts val="2000"/>
              <a:buChar char="•"/>
              <a:defRPr sz="2000"/>
            </a:lvl6pPr>
            <a:lvl7pPr indent="-355600" lvl="6" marL="3200400" rtl="1" algn="r">
              <a:lnSpc>
                <a:spcPct val="90000"/>
              </a:lnSpc>
              <a:spcBef>
                <a:spcPts val="500"/>
              </a:spcBef>
              <a:spcAft>
                <a:spcPts val="0"/>
              </a:spcAft>
              <a:buClr>
                <a:schemeClr val="dk1"/>
              </a:buClr>
              <a:buSzPts val="2000"/>
              <a:buChar char="•"/>
              <a:defRPr sz="2000"/>
            </a:lvl7pPr>
            <a:lvl8pPr indent="-355600" lvl="7" marL="3657600" rtl="1" algn="r">
              <a:lnSpc>
                <a:spcPct val="90000"/>
              </a:lnSpc>
              <a:spcBef>
                <a:spcPts val="500"/>
              </a:spcBef>
              <a:spcAft>
                <a:spcPts val="0"/>
              </a:spcAft>
              <a:buClr>
                <a:schemeClr val="dk1"/>
              </a:buClr>
              <a:buSzPts val="2000"/>
              <a:buChar char="•"/>
              <a:defRPr sz="2000"/>
            </a:lvl8pPr>
            <a:lvl9pPr indent="-355600" lvl="8" marL="4114800" rtl="1" algn="r">
              <a:lnSpc>
                <a:spcPct val="90000"/>
              </a:lnSpc>
              <a:spcBef>
                <a:spcPts val="500"/>
              </a:spcBef>
              <a:spcAft>
                <a:spcPts val="0"/>
              </a:spcAft>
              <a:buClr>
                <a:schemeClr val="dk1"/>
              </a:buClr>
              <a:buSzPts val="2000"/>
              <a:buChar char="•"/>
              <a:defRPr sz="2000"/>
            </a:lvl9pPr>
          </a:lstStyle>
          <a:p/>
        </p:txBody>
      </p:sp>
      <p:sp>
        <p:nvSpPr>
          <p:cNvPr id="57" name="Google Shape;57;p9"/>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rtl="1" algn="r">
              <a:lnSpc>
                <a:spcPct val="90000"/>
              </a:lnSpc>
              <a:spcBef>
                <a:spcPts val="1000"/>
              </a:spcBef>
              <a:spcAft>
                <a:spcPts val="0"/>
              </a:spcAft>
              <a:buClr>
                <a:schemeClr val="dk1"/>
              </a:buClr>
              <a:buSzPts val="1600"/>
              <a:buNone/>
              <a:defRPr sz="1600"/>
            </a:lvl1pPr>
            <a:lvl2pPr indent="-228600" lvl="1" marL="914400" rtl="1" algn="r">
              <a:lnSpc>
                <a:spcPct val="90000"/>
              </a:lnSpc>
              <a:spcBef>
                <a:spcPts val="500"/>
              </a:spcBef>
              <a:spcAft>
                <a:spcPts val="0"/>
              </a:spcAft>
              <a:buClr>
                <a:schemeClr val="dk1"/>
              </a:buClr>
              <a:buSzPts val="1400"/>
              <a:buNone/>
              <a:defRPr sz="1400"/>
            </a:lvl2pPr>
            <a:lvl3pPr indent="-228600" lvl="2" marL="1371600" rtl="1" algn="r">
              <a:lnSpc>
                <a:spcPct val="90000"/>
              </a:lnSpc>
              <a:spcBef>
                <a:spcPts val="500"/>
              </a:spcBef>
              <a:spcAft>
                <a:spcPts val="0"/>
              </a:spcAft>
              <a:buClr>
                <a:schemeClr val="dk1"/>
              </a:buClr>
              <a:buSzPts val="1200"/>
              <a:buNone/>
              <a:defRPr sz="1200"/>
            </a:lvl3pPr>
            <a:lvl4pPr indent="-228600" lvl="3" marL="1828800" rtl="1" algn="r">
              <a:lnSpc>
                <a:spcPct val="90000"/>
              </a:lnSpc>
              <a:spcBef>
                <a:spcPts val="500"/>
              </a:spcBef>
              <a:spcAft>
                <a:spcPts val="0"/>
              </a:spcAft>
              <a:buClr>
                <a:schemeClr val="dk1"/>
              </a:buClr>
              <a:buSzPts val="1000"/>
              <a:buNone/>
              <a:defRPr sz="1000"/>
            </a:lvl4pPr>
            <a:lvl5pPr indent="-228600" lvl="4" marL="2286000" rtl="1" algn="r">
              <a:lnSpc>
                <a:spcPct val="90000"/>
              </a:lnSpc>
              <a:spcBef>
                <a:spcPts val="500"/>
              </a:spcBef>
              <a:spcAft>
                <a:spcPts val="0"/>
              </a:spcAft>
              <a:buClr>
                <a:schemeClr val="dk1"/>
              </a:buClr>
              <a:buSzPts val="1000"/>
              <a:buNone/>
              <a:defRPr sz="1000"/>
            </a:lvl5pPr>
            <a:lvl6pPr indent="-228600" lvl="5" marL="2743200" rtl="1" algn="r">
              <a:lnSpc>
                <a:spcPct val="90000"/>
              </a:lnSpc>
              <a:spcBef>
                <a:spcPts val="500"/>
              </a:spcBef>
              <a:spcAft>
                <a:spcPts val="0"/>
              </a:spcAft>
              <a:buClr>
                <a:schemeClr val="dk1"/>
              </a:buClr>
              <a:buSzPts val="1000"/>
              <a:buNone/>
              <a:defRPr sz="1000"/>
            </a:lvl6pPr>
            <a:lvl7pPr indent="-228600" lvl="6" marL="3200400" rtl="1" algn="r">
              <a:lnSpc>
                <a:spcPct val="90000"/>
              </a:lnSpc>
              <a:spcBef>
                <a:spcPts val="500"/>
              </a:spcBef>
              <a:spcAft>
                <a:spcPts val="0"/>
              </a:spcAft>
              <a:buClr>
                <a:schemeClr val="dk1"/>
              </a:buClr>
              <a:buSzPts val="1000"/>
              <a:buNone/>
              <a:defRPr sz="1000"/>
            </a:lvl7pPr>
            <a:lvl8pPr indent="-228600" lvl="7" marL="3657600" rtl="1" algn="r">
              <a:lnSpc>
                <a:spcPct val="90000"/>
              </a:lnSpc>
              <a:spcBef>
                <a:spcPts val="500"/>
              </a:spcBef>
              <a:spcAft>
                <a:spcPts val="0"/>
              </a:spcAft>
              <a:buClr>
                <a:schemeClr val="dk1"/>
              </a:buClr>
              <a:buSzPts val="1000"/>
              <a:buNone/>
              <a:defRPr sz="1000"/>
            </a:lvl8pPr>
            <a:lvl9pPr indent="-228600" lvl="8" marL="4114800" rtl="1" algn="r">
              <a:lnSpc>
                <a:spcPct val="90000"/>
              </a:lnSpc>
              <a:spcBef>
                <a:spcPts val="500"/>
              </a:spcBef>
              <a:spcAft>
                <a:spcPts val="0"/>
              </a:spcAft>
              <a:buClr>
                <a:schemeClr val="dk1"/>
              </a:buClr>
              <a:buSzPts val="1000"/>
              <a:buNone/>
              <a:defRPr sz="1000"/>
            </a:lvl9pPr>
          </a:lstStyle>
          <a:p/>
        </p:txBody>
      </p:sp>
      <p:sp>
        <p:nvSpPr>
          <p:cNvPr id="58" name="Google Shape;58;p9"/>
          <p:cNvSpPr txBox="1"/>
          <p:nvPr>
            <p:ph idx="10" type="dt"/>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lvl="0" rtl="1" algn="r">
              <a:spcBef>
                <a:spcPts val="0"/>
              </a:spcBef>
              <a:spcAft>
                <a:spcPts val="0"/>
              </a:spcAft>
              <a:buSzPts val="1400"/>
              <a:buNone/>
              <a:defRPr/>
            </a:lvl1pPr>
            <a:lvl2pPr lvl="1" rtl="1" algn="r">
              <a:spcBef>
                <a:spcPts val="0"/>
              </a:spcBef>
              <a:spcAft>
                <a:spcPts val="0"/>
              </a:spcAft>
              <a:buSzPts val="1400"/>
              <a:buNone/>
              <a:defRPr/>
            </a:lvl2pPr>
            <a:lvl3pPr lvl="2" rtl="1" algn="r">
              <a:spcBef>
                <a:spcPts val="0"/>
              </a:spcBef>
              <a:spcAft>
                <a:spcPts val="0"/>
              </a:spcAft>
              <a:buSzPts val="1400"/>
              <a:buNone/>
              <a:defRPr/>
            </a:lvl3pPr>
            <a:lvl4pPr lvl="3" rtl="1" algn="r">
              <a:spcBef>
                <a:spcPts val="0"/>
              </a:spcBef>
              <a:spcAft>
                <a:spcPts val="0"/>
              </a:spcAft>
              <a:buSzPts val="1400"/>
              <a:buNone/>
              <a:defRPr/>
            </a:lvl4pPr>
            <a:lvl5pPr lvl="4" rtl="1" algn="r">
              <a:spcBef>
                <a:spcPts val="0"/>
              </a:spcBef>
              <a:spcAft>
                <a:spcPts val="0"/>
              </a:spcAft>
              <a:buSzPts val="1400"/>
              <a:buNone/>
              <a:defRPr/>
            </a:lvl5pPr>
            <a:lvl6pPr lvl="5" rtl="1" algn="r">
              <a:spcBef>
                <a:spcPts val="0"/>
              </a:spcBef>
              <a:spcAft>
                <a:spcPts val="0"/>
              </a:spcAft>
              <a:buSzPts val="1400"/>
              <a:buNone/>
              <a:defRPr/>
            </a:lvl6pPr>
            <a:lvl7pPr lvl="6" rtl="1" algn="r">
              <a:spcBef>
                <a:spcPts val="0"/>
              </a:spcBef>
              <a:spcAft>
                <a:spcPts val="0"/>
              </a:spcAft>
              <a:buSzPts val="1400"/>
              <a:buNone/>
              <a:defRPr/>
            </a:lvl7pPr>
            <a:lvl8pPr lvl="7" rtl="1" algn="r">
              <a:spcBef>
                <a:spcPts val="0"/>
              </a:spcBef>
              <a:spcAft>
                <a:spcPts val="0"/>
              </a:spcAft>
              <a:buSzPts val="1400"/>
              <a:buNone/>
              <a:defRPr/>
            </a:lvl8pPr>
            <a:lvl9pPr lvl="8" rtl="1" algn="r">
              <a:spcBef>
                <a:spcPts val="0"/>
              </a:spcBef>
              <a:spcAft>
                <a:spcPts val="0"/>
              </a:spcAft>
              <a:buSzPts val="1400"/>
              <a:buNone/>
              <a:defRPr/>
            </a:lvl9pPr>
          </a:lstStyle>
          <a:p/>
        </p:txBody>
      </p:sp>
      <p:sp>
        <p:nvSpPr>
          <p:cNvPr id="59" name="Google Shape;59;p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rtl="1" algn="ctr">
              <a:spcBef>
                <a:spcPts val="0"/>
              </a:spcBef>
              <a:spcAft>
                <a:spcPts val="0"/>
              </a:spcAft>
              <a:buSzPts val="1400"/>
              <a:buNone/>
              <a:defRPr/>
            </a:lvl1pPr>
            <a:lvl2pPr lvl="1" rtl="1" algn="r">
              <a:spcBef>
                <a:spcPts val="0"/>
              </a:spcBef>
              <a:spcAft>
                <a:spcPts val="0"/>
              </a:spcAft>
              <a:buSzPts val="1400"/>
              <a:buNone/>
              <a:defRPr/>
            </a:lvl2pPr>
            <a:lvl3pPr lvl="2" rtl="1" algn="r">
              <a:spcBef>
                <a:spcPts val="0"/>
              </a:spcBef>
              <a:spcAft>
                <a:spcPts val="0"/>
              </a:spcAft>
              <a:buSzPts val="1400"/>
              <a:buNone/>
              <a:defRPr/>
            </a:lvl3pPr>
            <a:lvl4pPr lvl="3" rtl="1" algn="r">
              <a:spcBef>
                <a:spcPts val="0"/>
              </a:spcBef>
              <a:spcAft>
                <a:spcPts val="0"/>
              </a:spcAft>
              <a:buSzPts val="1400"/>
              <a:buNone/>
              <a:defRPr/>
            </a:lvl4pPr>
            <a:lvl5pPr lvl="4" rtl="1" algn="r">
              <a:spcBef>
                <a:spcPts val="0"/>
              </a:spcBef>
              <a:spcAft>
                <a:spcPts val="0"/>
              </a:spcAft>
              <a:buSzPts val="1400"/>
              <a:buNone/>
              <a:defRPr/>
            </a:lvl5pPr>
            <a:lvl6pPr lvl="5" rtl="1" algn="r">
              <a:spcBef>
                <a:spcPts val="0"/>
              </a:spcBef>
              <a:spcAft>
                <a:spcPts val="0"/>
              </a:spcAft>
              <a:buSzPts val="1400"/>
              <a:buNone/>
              <a:defRPr/>
            </a:lvl6pPr>
            <a:lvl7pPr lvl="6" rtl="1" algn="r">
              <a:spcBef>
                <a:spcPts val="0"/>
              </a:spcBef>
              <a:spcAft>
                <a:spcPts val="0"/>
              </a:spcAft>
              <a:buSzPts val="1400"/>
              <a:buNone/>
              <a:defRPr/>
            </a:lvl7pPr>
            <a:lvl8pPr lvl="7" rtl="1" algn="r">
              <a:spcBef>
                <a:spcPts val="0"/>
              </a:spcBef>
              <a:spcAft>
                <a:spcPts val="0"/>
              </a:spcAft>
              <a:buSzPts val="1400"/>
              <a:buNone/>
              <a:defRPr/>
            </a:lvl8pPr>
            <a:lvl9pPr lvl="8" rtl="1" algn="r">
              <a:spcBef>
                <a:spcPts val="0"/>
              </a:spcBef>
              <a:spcAft>
                <a:spcPts val="0"/>
              </a:spcAft>
              <a:buSzPts val="1400"/>
              <a:buNone/>
              <a:defRPr/>
            </a:lvl9pPr>
          </a:lstStyle>
          <a:p/>
        </p:txBody>
      </p:sp>
      <p:sp>
        <p:nvSpPr>
          <p:cNvPr id="60" name="Google Shape;60;p9"/>
          <p:cNvSpPr txBox="1"/>
          <p:nvPr>
            <p:ph idx="12" type="sldNum"/>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indent="0" lvl="0" marL="0" rtl="1" algn="l">
              <a:spcBef>
                <a:spcPts val="0"/>
              </a:spcBef>
              <a:buNone/>
              <a:defRPr/>
            </a:lvl1pPr>
            <a:lvl2pPr indent="0" lvl="1" marL="0" rtl="1" algn="l">
              <a:spcBef>
                <a:spcPts val="0"/>
              </a:spcBef>
              <a:buNone/>
              <a:defRPr/>
            </a:lvl2pPr>
            <a:lvl3pPr indent="0" lvl="2" marL="0" rtl="1" algn="l">
              <a:spcBef>
                <a:spcPts val="0"/>
              </a:spcBef>
              <a:buNone/>
              <a:defRPr/>
            </a:lvl3pPr>
            <a:lvl4pPr indent="0" lvl="3" marL="0" rtl="1" algn="l">
              <a:spcBef>
                <a:spcPts val="0"/>
              </a:spcBef>
              <a:buNone/>
              <a:defRPr/>
            </a:lvl4pPr>
            <a:lvl5pPr indent="0" lvl="4" marL="0" rtl="1" algn="l">
              <a:spcBef>
                <a:spcPts val="0"/>
              </a:spcBef>
              <a:buNone/>
              <a:defRPr/>
            </a:lvl5pPr>
            <a:lvl6pPr indent="0" lvl="5" marL="0" rtl="1" algn="l">
              <a:spcBef>
                <a:spcPts val="0"/>
              </a:spcBef>
              <a:buNone/>
              <a:defRPr/>
            </a:lvl6pPr>
            <a:lvl7pPr indent="0" lvl="6" marL="0" rtl="1" algn="l">
              <a:spcBef>
                <a:spcPts val="0"/>
              </a:spcBef>
              <a:buNone/>
              <a:defRPr/>
            </a:lvl7pPr>
            <a:lvl8pPr indent="0" lvl="7" marL="0" rtl="1" algn="l">
              <a:spcBef>
                <a:spcPts val="0"/>
              </a:spcBef>
              <a:buNone/>
              <a:defRPr/>
            </a:lvl8pPr>
            <a:lvl9pPr indent="0" lvl="8" marL="0" rtl="1" algn="l">
              <a:spcBef>
                <a:spcPts val="0"/>
              </a:spcBef>
              <a:buNone/>
              <a:defRPr/>
            </a:lvl9pPr>
          </a:lstStyle>
          <a:p>
            <a:pPr indent="0" lvl="0" marL="0" rtl="1" algn="l">
              <a:spcBef>
                <a:spcPts val="0"/>
              </a:spcBef>
              <a:spcAft>
                <a:spcPts val="0"/>
              </a:spcAft>
              <a:buNone/>
            </a:pPr>
            <a:fld id="{00000000-1234-1234-1234-123412341234}" type="slidenum">
              <a:rPr lang="iw-IL"/>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תמונה עם כיתוב"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rtl="1" algn="r">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idx="2" type="pic"/>
          </p:nvPr>
        </p:nvSpPr>
        <p:spPr>
          <a:xfrm>
            <a:off x="5183188" y="987425"/>
            <a:ext cx="6172200" cy="4873625"/>
          </a:xfrm>
          <a:prstGeom prst="rect">
            <a:avLst/>
          </a:prstGeom>
          <a:noFill/>
          <a:ln>
            <a:noFill/>
          </a:ln>
        </p:spPr>
      </p:sp>
      <p:sp>
        <p:nvSpPr>
          <p:cNvPr id="64" name="Google Shape;64;p10"/>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rtl="1" algn="r">
              <a:lnSpc>
                <a:spcPct val="90000"/>
              </a:lnSpc>
              <a:spcBef>
                <a:spcPts val="1000"/>
              </a:spcBef>
              <a:spcAft>
                <a:spcPts val="0"/>
              </a:spcAft>
              <a:buClr>
                <a:schemeClr val="dk1"/>
              </a:buClr>
              <a:buSzPts val="1600"/>
              <a:buNone/>
              <a:defRPr sz="1600"/>
            </a:lvl1pPr>
            <a:lvl2pPr indent="-228600" lvl="1" marL="914400" rtl="1" algn="r">
              <a:lnSpc>
                <a:spcPct val="90000"/>
              </a:lnSpc>
              <a:spcBef>
                <a:spcPts val="500"/>
              </a:spcBef>
              <a:spcAft>
                <a:spcPts val="0"/>
              </a:spcAft>
              <a:buClr>
                <a:schemeClr val="dk1"/>
              </a:buClr>
              <a:buSzPts val="1400"/>
              <a:buNone/>
              <a:defRPr sz="1400"/>
            </a:lvl2pPr>
            <a:lvl3pPr indent="-228600" lvl="2" marL="1371600" rtl="1" algn="r">
              <a:lnSpc>
                <a:spcPct val="90000"/>
              </a:lnSpc>
              <a:spcBef>
                <a:spcPts val="500"/>
              </a:spcBef>
              <a:spcAft>
                <a:spcPts val="0"/>
              </a:spcAft>
              <a:buClr>
                <a:schemeClr val="dk1"/>
              </a:buClr>
              <a:buSzPts val="1200"/>
              <a:buNone/>
              <a:defRPr sz="1200"/>
            </a:lvl3pPr>
            <a:lvl4pPr indent="-228600" lvl="3" marL="1828800" rtl="1" algn="r">
              <a:lnSpc>
                <a:spcPct val="90000"/>
              </a:lnSpc>
              <a:spcBef>
                <a:spcPts val="500"/>
              </a:spcBef>
              <a:spcAft>
                <a:spcPts val="0"/>
              </a:spcAft>
              <a:buClr>
                <a:schemeClr val="dk1"/>
              </a:buClr>
              <a:buSzPts val="1000"/>
              <a:buNone/>
              <a:defRPr sz="1000"/>
            </a:lvl4pPr>
            <a:lvl5pPr indent="-228600" lvl="4" marL="2286000" rtl="1" algn="r">
              <a:lnSpc>
                <a:spcPct val="90000"/>
              </a:lnSpc>
              <a:spcBef>
                <a:spcPts val="500"/>
              </a:spcBef>
              <a:spcAft>
                <a:spcPts val="0"/>
              </a:spcAft>
              <a:buClr>
                <a:schemeClr val="dk1"/>
              </a:buClr>
              <a:buSzPts val="1000"/>
              <a:buNone/>
              <a:defRPr sz="1000"/>
            </a:lvl5pPr>
            <a:lvl6pPr indent="-228600" lvl="5" marL="2743200" rtl="1" algn="r">
              <a:lnSpc>
                <a:spcPct val="90000"/>
              </a:lnSpc>
              <a:spcBef>
                <a:spcPts val="500"/>
              </a:spcBef>
              <a:spcAft>
                <a:spcPts val="0"/>
              </a:spcAft>
              <a:buClr>
                <a:schemeClr val="dk1"/>
              </a:buClr>
              <a:buSzPts val="1000"/>
              <a:buNone/>
              <a:defRPr sz="1000"/>
            </a:lvl6pPr>
            <a:lvl7pPr indent="-228600" lvl="6" marL="3200400" rtl="1" algn="r">
              <a:lnSpc>
                <a:spcPct val="90000"/>
              </a:lnSpc>
              <a:spcBef>
                <a:spcPts val="500"/>
              </a:spcBef>
              <a:spcAft>
                <a:spcPts val="0"/>
              </a:spcAft>
              <a:buClr>
                <a:schemeClr val="dk1"/>
              </a:buClr>
              <a:buSzPts val="1000"/>
              <a:buNone/>
              <a:defRPr sz="1000"/>
            </a:lvl7pPr>
            <a:lvl8pPr indent="-228600" lvl="7" marL="3657600" rtl="1" algn="r">
              <a:lnSpc>
                <a:spcPct val="90000"/>
              </a:lnSpc>
              <a:spcBef>
                <a:spcPts val="500"/>
              </a:spcBef>
              <a:spcAft>
                <a:spcPts val="0"/>
              </a:spcAft>
              <a:buClr>
                <a:schemeClr val="dk1"/>
              </a:buClr>
              <a:buSzPts val="1000"/>
              <a:buNone/>
              <a:defRPr sz="1000"/>
            </a:lvl8pPr>
            <a:lvl9pPr indent="-228600" lvl="8" marL="4114800" rtl="1" algn="r">
              <a:lnSpc>
                <a:spcPct val="90000"/>
              </a:lnSpc>
              <a:spcBef>
                <a:spcPts val="500"/>
              </a:spcBef>
              <a:spcAft>
                <a:spcPts val="0"/>
              </a:spcAft>
              <a:buClr>
                <a:schemeClr val="dk1"/>
              </a:buClr>
              <a:buSzPts val="1000"/>
              <a:buNone/>
              <a:defRPr sz="1000"/>
            </a:lvl9pPr>
          </a:lstStyle>
          <a:p/>
        </p:txBody>
      </p:sp>
      <p:sp>
        <p:nvSpPr>
          <p:cNvPr id="65" name="Google Shape;65;p10"/>
          <p:cNvSpPr txBox="1"/>
          <p:nvPr>
            <p:ph idx="10" type="dt"/>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lvl="0" rtl="1" algn="r">
              <a:spcBef>
                <a:spcPts val="0"/>
              </a:spcBef>
              <a:spcAft>
                <a:spcPts val="0"/>
              </a:spcAft>
              <a:buSzPts val="1400"/>
              <a:buNone/>
              <a:defRPr/>
            </a:lvl1pPr>
            <a:lvl2pPr lvl="1" rtl="1" algn="r">
              <a:spcBef>
                <a:spcPts val="0"/>
              </a:spcBef>
              <a:spcAft>
                <a:spcPts val="0"/>
              </a:spcAft>
              <a:buSzPts val="1400"/>
              <a:buNone/>
              <a:defRPr/>
            </a:lvl2pPr>
            <a:lvl3pPr lvl="2" rtl="1" algn="r">
              <a:spcBef>
                <a:spcPts val="0"/>
              </a:spcBef>
              <a:spcAft>
                <a:spcPts val="0"/>
              </a:spcAft>
              <a:buSzPts val="1400"/>
              <a:buNone/>
              <a:defRPr/>
            </a:lvl3pPr>
            <a:lvl4pPr lvl="3" rtl="1" algn="r">
              <a:spcBef>
                <a:spcPts val="0"/>
              </a:spcBef>
              <a:spcAft>
                <a:spcPts val="0"/>
              </a:spcAft>
              <a:buSzPts val="1400"/>
              <a:buNone/>
              <a:defRPr/>
            </a:lvl4pPr>
            <a:lvl5pPr lvl="4" rtl="1" algn="r">
              <a:spcBef>
                <a:spcPts val="0"/>
              </a:spcBef>
              <a:spcAft>
                <a:spcPts val="0"/>
              </a:spcAft>
              <a:buSzPts val="1400"/>
              <a:buNone/>
              <a:defRPr/>
            </a:lvl5pPr>
            <a:lvl6pPr lvl="5" rtl="1" algn="r">
              <a:spcBef>
                <a:spcPts val="0"/>
              </a:spcBef>
              <a:spcAft>
                <a:spcPts val="0"/>
              </a:spcAft>
              <a:buSzPts val="1400"/>
              <a:buNone/>
              <a:defRPr/>
            </a:lvl6pPr>
            <a:lvl7pPr lvl="6" rtl="1" algn="r">
              <a:spcBef>
                <a:spcPts val="0"/>
              </a:spcBef>
              <a:spcAft>
                <a:spcPts val="0"/>
              </a:spcAft>
              <a:buSzPts val="1400"/>
              <a:buNone/>
              <a:defRPr/>
            </a:lvl7pPr>
            <a:lvl8pPr lvl="7" rtl="1" algn="r">
              <a:spcBef>
                <a:spcPts val="0"/>
              </a:spcBef>
              <a:spcAft>
                <a:spcPts val="0"/>
              </a:spcAft>
              <a:buSzPts val="1400"/>
              <a:buNone/>
              <a:defRPr/>
            </a:lvl8pPr>
            <a:lvl9pPr lvl="8" rtl="1" algn="r">
              <a:spcBef>
                <a:spcPts val="0"/>
              </a:spcBef>
              <a:spcAft>
                <a:spcPts val="0"/>
              </a:spcAft>
              <a:buSzPts val="1400"/>
              <a:buNone/>
              <a:defRPr/>
            </a:lvl9pPr>
          </a:lstStyle>
          <a:p/>
        </p:txBody>
      </p:sp>
      <p:sp>
        <p:nvSpPr>
          <p:cNvPr id="66" name="Google Shape;66;p1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rtl="1" algn="ctr">
              <a:spcBef>
                <a:spcPts val="0"/>
              </a:spcBef>
              <a:spcAft>
                <a:spcPts val="0"/>
              </a:spcAft>
              <a:buSzPts val="1400"/>
              <a:buNone/>
              <a:defRPr/>
            </a:lvl1pPr>
            <a:lvl2pPr lvl="1" rtl="1" algn="r">
              <a:spcBef>
                <a:spcPts val="0"/>
              </a:spcBef>
              <a:spcAft>
                <a:spcPts val="0"/>
              </a:spcAft>
              <a:buSzPts val="1400"/>
              <a:buNone/>
              <a:defRPr/>
            </a:lvl2pPr>
            <a:lvl3pPr lvl="2" rtl="1" algn="r">
              <a:spcBef>
                <a:spcPts val="0"/>
              </a:spcBef>
              <a:spcAft>
                <a:spcPts val="0"/>
              </a:spcAft>
              <a:buSzPts val="1400"/>
              <a:buNone/>
              <a:defRPr/>
            </a:lvl3pPr>
            <a:lvl4pPr lvl="3" rtl="1" algn="r">
              <a:spcBef>
                <a:spcPts val="0"/>
              </a:spcBef>
              <a:spcAft>
                <a:spcPts val="0"/>
              </a:spcAft>
              <a:buSzPts val="1400"/>
              <a:buNone/>
              <a:defRPr/>
            </a:lvl4pPr>
            <a:lvl5pPr lvl="4" rtl="1" algn="r">
              <a:spcBef>
                <a:spcPts val="0"/>
              </a:spcBef>
              <a:spcAft>
                <a:spcPts val="0"/>
              </a:spcAft>
              <a:buSzPts val="1400"/>
              <a:buNone/>
              <a:defRPr/>
            </a:lvl5pPr>
            <a:lvl6pPr lvl="5" rtl="1" algn="r">
              <a:spcBef>
                <a:spcPts val="0"/>
              </a:spcBef>
              <a:spcAft>
                <a:spcPts val="0"/>
              </a:spcAft>
              <a:buSzPts val="1400"/>
              <a:buNone/>
              <a:defRPr/>
            </a:lvl6pPr>
            <a:lvl7pPr lvl="6" rtl="1" algn="r">
              <a:spcBef>
                <a:spcPts val="0"/>
              </a:spcBef>
              <a:spcAft>
                <a:spcPts val="0"/>
              </a:spcAft>
              <a:buSzPts val="1400"/>
              <a:buNone/>
              <a:defRPr/>
            </a:lvl7pPr>
            <a:lvl8pPr lvl="7" rtl="1" algn="r">
              <a:spcBef>
                <a:spcPts val="0"/>
              </a:spcBef>
              <a:spcAft>
                <a:spcPts val="0"/>
              </a:spcAft>
              <a:buSzPts val="1400"/>
              <a:buNone/>
              <a:defRPr/>
            </a:lvl8pPr>
            <a:lvl9pPr lvl="8" rtl="1" algn="r">
              <a:spcBef>
                <a:spcPts val="0"/>
              </a:spcBef>
              <a:spcAft>
                <a:spcPts val="0"/>
              </a:spcAft>
              <a:buSzPts val="1400"/>
              <a:buNone/>
              <a:defRPr/>
            </a:lvl9pPr>
          </a:lstStyle>
          <a:p/>
        </p:txBody>
      </p:sp>
      <p:sp>
        <p:nvSpPr>
          <p:cNvPr id="67" name="Google Shape;67;p10"/>
          <p:cNvSpPr txBox="1"/>
          <p:nvPr>
            <p:ph idx="12" type="sldNum"/>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indent="0" lvl="0" marL="0" rtl="1" algn="l">
              <a:spcBef>
                <a:spcPts val="0"/>
              </a:spcBef>
              <a:buNone/>
              <a:defRPr/>
            </a:lvl1pPr>
            <a:lvl2pPr indent="0" lvl="1" marL="0" rtl="1" algn="l">
              <a:spcBef>
                <a:spcPts val="0"/>
              </a:spcBef>
              <a:buNone/>
              <a:defRPr/>
            </a:lvl2pPr>
            <a:lvl3pPr indent="0" lvl="2" marL="0" rtl="1" algn="l">
              <a:spcBef>
                <a:spcPts val="0"/>
              </a:spcBef>
              <a:buNone/>
              <a:defRPr/>
            </a:lvl3pPr>
            <a:lvl4pPr indent="0" lvl="3" marL="0" rtl="1" algn="l">
              <a:spcBef>
                <a:spcPts val="0"/>
              </a:spcBef>
              <a:buNone/>
              <a:defRPr/>
            </a:lvl4pPr>
            <a:lvl5pPr indent="0" lvl="4" marL="0" rtl="1" algn="l">
              <a:spcBef>
                <a:spcPts val="0"/>
              </a:spcBef>
              <a:buNone/>
              <a:defRPr/>
            </a:lvl5pPr>
            <a:lvl6pPr indent="0" lvl="5" marL="0" rtl="1" algn="l">
              <a:spcBef>
                <a:spcPts val="0"/>
              </a:spcBef>
              <a:buNone/>
              <a:defRPr/>
            </a:lvl6pPr>
            <a:lvl7pPr indent="0" lvl="6" marL="0" rtl="1" algn="l">
              <a:spcBef>
                <a:spcPts val="0"/>
              </a:spcBef>
              <a:buNone/>
              <a:defRPr/>
            </a:lvl7pPr>
            <a:lvl8pPr indent="0" lvl="7" marL="0" rtl="1" algn="l">
              <a:spcBef>
                <a:spcPts val="0"/>
              </a:spcBef>
              <a:buNone/>
              <a:defRPr/>
            </a:lvl8pPr>
            <a:lvl9pPr indent="0" lvl="8" marL="0" rtl="1" algn="l">
              <a:spcBef>
                <a:spcPts val="0"/>
              </a:spcBef>
              <a:buNone/>
              <a:defRPr/>
            </a:lvl9pPr>
          </a:lstStyle>
          <a:p>
            <a:pPr indent="0" lvl="0" marL="0" rtl="1" algn="l">
              <a:spcBef>
                <a:spcPts val="0"/>
              </a:spcBef>
              <a:spcAft>
                <a:spcPts val="0"/>
              </a:spcAft>
              <a:buNone/>
            </a:pPr>
            <a:fld id="{00000000-1234-1234-1234-123412341234}" type="slidenum">
              <a:rPr lang="iw-IL"/>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כותרת וטקסט אנכי"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rtl="1" algn="r">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rtl="1" algn="r">
              <a:lnSpc>
                <a:spcPct val="90000"/>
              </a:lnSpc>
              <a:spcBef>
                <a:spcPts val="1000"/>
              </a:spcBef>
              <a:spcAft>
                <a:spcPts val="0"/>
              </a:spcAft>
              <a:buClr>
                <a:schemeClr val="dk1"/>
              </a:buClr>
              <a:buSzPts val="1800"/>
              <a:buChar char="•"/>
              <a:defRPr/>
            </a:lvl1pPr>
            <a:lvl2pPr indent="-342900" lvl="1" marL="914400" rtl="1" algn="r">
              <a:lnSpc>
                <a:spcPct val="90000"/>
              </a:lnSpc>
              <a:spcBef>
                <a:spcPts val="500"/>
              </a:spcBef>
              <a:spcAft>
                <a:spcPts val="0"/>
              </a:spcAft>
              <a:buClr>
                <a:schemeClr val="dk1"/>
              </a:buClr>
              <a:buSzPts val="1800"/>
              <a:buChar char="•"/>
              <a:defRPr/>
            </a:lvl2pPr>
            <a:lvl3pPr indent="-342900" lvl="2" marL="1371600" rtl="1" algn="r">
              <a:lnSpc>
                <a:spcPct val="90000"/>
              </a:lnSpc>
              <a:spcBef>
                <a:spcPts val="500"/>
              </a:spcBef>
              <a:spcAft>
                <a:spcPts val="0"/>
              </a:spcAft>
              <a:buClr>
                <a:schemeClr val="dk1"/>
              </a:buClr>
              <a:buSzPts val="1800"/>
              <a:buChar char="•"/>
              <a:defRPr/>
            </a:lvl3pPr>
            <a:lvl4pPr indent="-342900" lvl="3" marL="1828800" rtl="1" algn="r">
              <a:lnSpc>
                <a:spcPct val="90000"/>
              </a:lnSpc>
              <a:spcBef>
                <a:spcPts val="500"/>
              </a:spcBef>
              <a:spcAft>
                <a:spcPts val="0"/>
              </a:spcAft>
              <a:buClr>
                <a:schemeClr val="dk1"/>
              </a:buClr>
              <a:buSzPts val="1800"/>
              <a:buChar char="•"/>
              <a:defRPr/>
            </a:lvl4pPr>
            <a:lvl5pPr indent="-342900" lvl="4" marL="2286000" rtl="1" algn="r">
              <a:lnSpc>
                <a:spcPct val="90000"/>
              </a:lnSpc>
              <a:spcBef>
                <a:spcPts val="500"/>
              </a:spcBef>
              <a:spcAft>
                <a:spcPts val="0"/>
              </a:spcAft>
              <a:buClr>
                <a:schemeClr val="dk1"/>
              </a:buClr>
              <a:buSzPts val="1800"/>
              <a:buChar char="•"/>
              <a:defRPr/>
            </a:lvl5pPr>
            <a:lvl6pPr indent="-342900" lvl="5" marL="2743200" rtl="1" algn="r">
              <a:lnSpc>
                <a:spcPct val="90000"/>
              </a:lnSpc>
              <a:spcBef>
                <a:spcPts val="500"/>
              </a:spcBef>
              <a:spcAft>
                <a:spcPts val="0"/>
              </a:spcAft>
              <a:buClr>
                <a:schemeClr val="dk1"/>
              </a:buClr>
              <a:buSzPts val="1800"/>
              <a:buChar char="•"/>
              <a:defRPr/>
            </a:lvl6pPr>
            <a:lvl7pPr indent="-342900" lvl="6" marL="3200400" rtl="1" algn="r">
              <a:lnSpc>
                <a:spcPct val="90000"/>
              </a:lnSpc>
              <a:spcBef>
                <a:spcPts val="500"/>
              </a:spcBef>
              <a:spcAft>
                <a:spcPts val="0"/>
              </a:spcAft>
              <a:buClr>
                <a:schemeClr val="dk1"/>
              </a:buClr>
              <a:buSzPts val="1800"/>
              <a:buChar char="•"/>
              <a:defRPr/>
            </a:lvl7pPr>
            <a:lvl8pPr indent="-342900" lvl="7" marL="3657600" rtl="1" algn="r">
              <a:lnSpc>
                <a:spcPct val="90000"/>
              </a:lnSpc>
              <a:spcBef>
                <a:spcPts val="500"/>
              </a:spcBef>
              <a:spcAft>
                <a:spcPts val="0"/>
              </a:spcAft>
              <a:buClr>
                <a:schemeClr val="dk1"/>
              </a:buClr>
              <a:buSzPts val="1800"/>
              <a:buChar char="•"/>
              <a:defRPr/>
            </a:lvl8pPr>
            <a:lvl9pPr indent="-342900" lvl="8" marL="4114800" rtl="1" algn="r">
              <a:lnSpc>
                <a:spcPct val="90000"/>
              </a:lnSpc>
              <a:spcBef>
                <a:spcPts val="500"/>
              </a:spcBef>
              <a:spcAft>
                <a:spcPts val="0"/>
              </a:spcAft>
              <a:buClr>
                <a:schemeClr val="dk1"/>
              </a:buClr>
              <a:buSzPts val="1800"/>
              <a:buChar char="•"/>
              <a:defRPr/>
            </a:lvl9pPr>
          </a:lstStyle>
          <a:p/>
        </p:txBody>
      </p:sp>
      <p:sp>
        <p:nvSpPr>
          <p:cNvPr id="71" name="Google Shape;71;p11"/>
          <p:cNvSpPr txBox="1"/>
          <p:nvPr>
            <p:ph idx="10" type="dt"/>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lvl="0" rtl="1" algn="r">
              <a:spcBef>
                <a:spcPts val="0"/>
              </a:spcBef>
              <a:spcAft>
                <a:spcPts val="0"/>
              </a:spcAft>
              <a:buSzPts val="1400"/>
              <a:buNone/>
              <a:defRPr/>
            </a:lvl1pPr>
            <a:lvl2pPr lvl="1" rtl="1" algn="r">
              <a:spcBef>
                <a:spcPts val="0"/>
              </a:spcBef>
              <a:spcAft>
                <a:spcPts val="0"/>
              </a:spcAft>
              <a:buSzPts val="1400"/>
              <a:buNone/>
              <a:defRPr/>
            </a:lvl2pPr>
            <a:lvl3pPr lvl="2" rtl="1" algn="r">
              <a:spcBef>
                <a:spcPts val="0"/>
              </a:spcBef>
              <a:spcAft>
                <a:spcPts val="0"/>
              </a:spcAft>
              <a:buSzPts val="1400"/>
              <a:buNone/>
              <a:defRPr/>
            </a:lvl3pPr>
            <a:lvl4pPr lvl="3" rtl="1" algn="r">
              <a:spcBef>
                <a:spcPts val="0"/>
              </a:spcBef>
              <a:spcAft>
                <a:spcPts val="0"/>
              </a:spcAft>
              <a:buSzPts val="1400"/>
              <a:buNone/>
              <a:defRPr/>
            </a:lvl4pPr>
            <a:lvl5pPr lvl="4" rtl="1" algn="r">
              <a:spcBef>
                <a:spcPts val="0"/>
              </a:spcBef>
              <a:spcAft>
                <a:spcPts val="0"/>
              </a:spcAft>
              <a:buSzPts val="1400"/>
              <a:buNone/>
              <a:defRPr/>
            </a:lvl5pPr>
            <a:lvl6pPr lvl="5" rtl="1" algn="r">
              <a:spcBef>
                <a:spcPts val="0"/>
              </a:spcBef>
              <a:spcAft>
                <a:spcPts val="0"/>
              </a:spcAft>
              <a:buSzPts val="1400"/>
              <a:buNone/>
              <a:defRPr/>
            </a:lvl6pPr>
            <a:lvl7pPr lvl="6" rtl="1" algn="r">
              <a:spcBef>
                <a:spcPts val="0"/>
              </a:spcBef>
              <a:spcAft>
                <a:spcPts val="0"/>
              </a:spcAft>
              <a:buSzPts val="1400"/>
              <a:buNone/>
              <a:defRPr/>
            </a:lvl7pPr>
            <a:lvl8pPr lvl="7" rtl="1" algn="r">
              <a:spcBef>
                <a:spcPts val="0"/>
              </a:spcBef>
              <a:spcAft>
                <a:spcPts val="0"/>
              </a:spcAft>
              <a:buSzPts val="1400"/>
              <a:buNone/>
              <a:defRPr/>
            </a:lvl8pPr>
            <a:lvl9pPr lvl="8" rtl="1" algn="r">
              <a:spcBef>
                <a:spcPts val="0"/>
              </a:spcBef>
              <a:spcAft>
                <a:spcPts val="0"/>
              </a:spcAft>
              <a:buSzPts val="1400"/>
              <a:buNone/>
              <a:defRPr/>
            </a:lvl9pPr>
          </a:lstStyle>
          <a:p/>
        </p:txBody>
      </p:sp>
      <p:sp>
        <p:nvSpPr>
          <p:cNvPr id="72" name="Google Shape;72;p1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rtl="1" algn="ctr">
              <a:spcBef>
                <a:spcPts val="0"/>
              </a:spcBef>
              <a:spcAft>
                <a:spcPts val="0"/>
              </a:spcAft>
              <a:buSzPts val="1400"/>
              <a:buNone/>
              <a:defRPr/>
            </a:lvl1pPr>
            <a:lvl2pPr lvl="1" rtl="1" algn="r">
              <a:spcBef>
                <a:spcPts val="0"/>
              </a:spcBef>
              <a:spcAft>
                <a:spcPts val="0"/>
              </a:spcAft>
              <a:buSzPts val="1400"/>
              <a:buNone/>
              <a:defRPr/>
            </a:lvl2pPr>
            <a:lvl3pPr lvl="2" rtl="1" algn="r">
              <a:spcBef>
                <a:spcPts val="0"/>
              </a:spcBef>
              <a:spcAft>
                <a:spcPts val="0"/>
              </a:spcAft>
              <a:buSzPts val="1400"/>
              <a:buNone/>
              <a:defRPr/>
            </a:lvl3pPr>
            <a:lvl4pPr lvl="3" rtl="1" algn="r">
              <a:spcBef>
                <a:spcPts val="0"/>
              </a:spcBef>
              <a:spcAft>
                <a:spcPts val="0"/>
              </a:spcAft>
              <a:buSzPts val="1400"/>
              <a:buNone/>
              <a:defRPr/>
            </a:lvl4pPr>
            <a:lvl5pPr lvl="4" rtl="1" algn="r">
              <a:spcBef>
                <a:spcPts val="0"/>
              </a:spcBef>
              <a:spcAft>
                <a:spcPts val="0"/>
              </a:spcAft>
              <a:buSzPts val="1400"/>
              <a:buNone/>
              <a:defRPr/>
            </a:lvl5pPr>
            <a:lvl6pPr lvl="5" rtl="1" algn="r">
              <a:spcBef>
                <a:spcPts val="0"/>
              </a:spcBef>
              <a:spcAft>
                <a:spcPts val="0"/>
              </a:spcAft>
              <a:buSzPts val="1400"/>
              <a:buNone/>
              <a:defRPr/>
            </a:lvl6pPr>
            <a:lvl7pPr lvl="6" rtl="1" algn="r">
              <a:spcBef>
                <a:spcPts val="0"/>
              </a:spcBef>
              <a:spcAft>
                <a:spcPts val="0"/>
              </a:spcAft>
              <a:buSzPts val="1400"/>
              <a:buNone/>
              <a:defRPr/>
            </a:lvl7pPr>
            <a:lvl8pPr lvl="7" rtl="1" algn="r">
              <a:spcBef>
                <a:spcPts val="0"/>
              </a:spcBef>
              <a:spcAft>
                <a:spcPts val="0"/>
              </a:spcAft>
              <a:buSzPts val="1400"/>
              <a:buNone/>
              <a:defRPr/>
            </a:lvl8pPr>
            <a:lvl9pPr lvl="8" rtl="1" algn="r">
              <a:spcBef>
                <a:spcPts val="0"/>
              </a:spcBef>
              <a:spcAft>
                <a:spcPts val="0"/>
              </a:spcAft>
              <a:buSzPts val="1400"/>
              <a:buNone/>
              <a:defRPr/>
            </a:lvl9pPr>
          </a:lstStyle>
          <a:p/>
        </p:txBody>
      </p:sp>
      <p:sp>
        <p:nvSpPr>
          <p:cNvPr id="73" name="Google Shape;73;p11"/>
          <p:cNvSpPr txBox="1"/>
          <p:nvPr>
            <p:ph idx="12" type="sldNum"/>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indent="0" lvl="0" marL="0" rtl="1" algn="l">
              <a:spcBef>
                <a:spcPts val="0"/>
              </a:spcBef>
              <a:buNone/>
              <a:defRPr/>
            </a:lvl1pPr>
            <a:lvl2pPr indent="0" lvl="1" marL="0" rtl="1" algn="l">
              <a:spcBef>
                <a:spcPts val="0"/>
              </a:spcBef>
              <a:buNone/>
              <a:defRPr/>
            </a:lvl2pPr>
            <a:lvl3pPr indent="0" lvl="2" marL="0" rtl="1" algn="l">
              <a:spcBef>
                <a:spcPts val="0"/>
              </a:spcBef>
              <a:buNone/>
              <a:defRPr/>
            </a:lvl3pPr>
            <a:lvl4pPr indent="0" lvl="3" marL="0" rtl="1" algn="l">
              <a:spcBef>
                <a:spcPts val="0"/>
              </a:spcBef>
              <a:buNone/>
              <a:defRPr/>
            </a:lvl4pPr>
            <a:lvl5pPr indent="0" lvl="4" marL="0" rtl="1" algn="l">
              <a:spcBef>
                <a:spcPts val="0"/>
              </a:spcBef>
              <a:buNone/>
              <a:defRPr/>
            </a:lvl5pPr>
            <a:lvl6pPr indent="0" lvl="5" marL="0" rtl="1" algn="l">
              <a:spcBef>
                <a:spcPts val="0"/>
              </a:spcBef>
              <a:buNone/>
              <a:defRPr/>
            </a:lvl6pPr>
            <a:lvl7pPr indent="0" lvl="6" marL="0" rtl="1" algn="l">
              <a:spcBef>
                <a:spcPts val="0"/>
              </a:spcBef>
              <a:buNone/>
              <a:defRPr/>
            </a:lvl7pPr>
            <a:lvl8pPr indent="0" lvl="7" marL="0" rtl="1" algn="l">
              <a:spcBef>
                <a:spcPts val="0"/>
              </a:spcBef>
              <a:buNone/>
              <a:defRPr/>
            </a:lvl8pPr>
            <a:lvl9pPr indent="0" lvl="8" marL="0" rtl="1" algn="l">
              <a:spcBef>
                <a:spcPts val="0"/>
              </a:spcBef>
              <a:buNone/>
              <a:defRPr/>
            </a:lvl9pPr>
          </a:lstStyle>
          <a:p>
            <a:pPr indent="0" lvl="0" marL="0" rtl="1" algn="l">
              <a:spcBef>
                <a:spcPts val="0"/>
              </a:spcBef>
              <a:spcAft>
                <a:spcPts val="0"/>
              </a:spcAft>
              <a:buNone/>
            </a:pPr>
            <a:fld id="{00000000-1234-1234-1234-123412341234}" type="slidenum">
              <a:rPr lang="iw-IL"/>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כותרת אנכית וטקסט"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rtl="1" algn="r">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rtl="1" algn="r">
              <a:lnSpc>
                <a:spcPct val="90000"/>
              </a:lnSpc>
              <a:spcBef>
                <a:spcPts val="1000"/>
              </a:spcBef>
              <a:spcAft>
                <a:spcPts val="0"/>
              </a:spcAft>
              <a:buClr>
                <a:schemeClr val="dk1"/>
              </a:buClr>
              <a:buSzPts val="1800"/>
              <a:buChar char="•"/>
              <a:defRPr/>
            </a:lvl1pPr>
            <a:lvl2pPr indent="-342900" lvl="1" marL="914400" rtl="1" algn="r">
              <a:lnSpc>
                <a:spcPct val="90000"/>
              </a:lnSpc>
              <a:spcBef>
                <a:spcPts val="500"/>
              </a:spcBef>
              <a:spcAft>
                <a:spcPts val="0"/>
              </a:spcAft>
              <a:buClr>
                <a:schemeClr val="dk1"/>
              </a:buClr>
              <a:buSzPts val="1800"/>
              <a:buChar char="•"/>
              <a:defRPr/>
            </a:lvl2pPr>
            <a:lvl3pPr indent="-342900" lvl="2" marL="1371600" rtl="1" algn="r">
              <a:lnSpc>
                <a:spcPct val="90000"/>
              </a:lnSpc>
              <a:spcBef>
                <a:spcPts val="500"/>
              </a:spcBef>
              <a:spcAft>
                <a:spcPts val="0"/>
              </a:spcAft>
              <a:buClr>
                <a:schemeClr val="dk1"/>
              </a:buClr>
              <a:buSzPts val="1800"/>
              <a:buChar char="•"/>
              <a:defRPr/>
            </a:lvl3pPr>
            <a:lvl4pPr indent="-342900" lvl="3" marL="1828800" rtl="1" algn="r">
              <a:lnSpc>
                <a:spcPct val="90000"/>
              </a:lnSpc>
              <a:spcBef>
                <a:spcPts val="500"/>
              </a:spcBef>
              <a:spcAft>
                <a:spcPts val="0"/>
              </a:spcAft>
              <a:buClr>
                <a:schemeClr val="dk1"/>
              </a:buClr>
              <a:buSzPts val="1800"/>
              <a:buChar char="•"/>
              <a:defRPr/>
            </a:lvl4pPr>
            <a:lvl5pPr indent="-342900" lvl="4" marL="2286000" rtl="1" algn="r">
              <a:lnSpc>
                <a:spcPct val="90000"/>
              </a:lnSpc>
              <a:spcBef>
                <a:spcPts val="500"/>
              </a:spcBef>
              <a:spcAft>
                <a:spcPts val="0"/>
              </a:spcAft>
              <a:buClr>
                <a:schemeClr val="dk1"/>
              </a:buClr>
              <a:buSzPts val="1800"/>
              <a:buChar char="•"/>
              <a:defRPr/>
            </a:lvl5pPr>
            <a:lvl6pPr indent="-342900" lvl="5" marL="2743200" rtl="1" algn="r">
              <a:lnSpc>
                <a:spcPct val="90000"/>
              </a:lnSpc>
              <a:spcBef>
                <a:spcPts val="500"/>
              </a:spcBef>
              <a:spcAft>
                <a:spcPts val="0"/>
              </a:spcAft>
              <a:buClr>
                <a:schemeClr val="dk1"/>
              </a:buClr>
              <a:buSzPts val="1800"/>
              <a:buChar char="•"/>
              <a:defRPr/>
            </a:lvl6pPr>
            <a:lvl7pPr indent="-342900" lvl="6" marL="3200400" rtl="1" algn="r">
              <a:lnSpc>
                <a:spcPct val="90000"/>
              </a:lnSpc>
              <a:spcBef>
                <a:spcPts val="500"/>
              </a:spcBef>
              <a:spcAft>
                <a:spcPts val="0"/>
              </a:spcAft>
              <a:buClr>
                <a:schemeClr val="dk1"/>
              </a:buClr>
              <a:buSzPts val="1800"/>
              <a:buChar char="•"/>
              <a:defRPr/>
            </a:lvl7pPr>
            <a:lvl8pPr indent="-342900" lvl="7" marL="3657600" rtl="1" algn="r">
              <a:lnSpc>
                <a:spcPct val="90000"/>
              </a:lnSpc>
              <a:spcBef>
                <a:spcPts val="500"/>
              </a:spcBef>
              <a:spcAft>
                <a:spcPts val="0"/>
              </a:spcAft>
              <a:buClr>
                <a:schemeClr val="dk1"/>
              </a:buClr>
              <a:buSzPts val="1800"/>
              <a:buChar char="•"/>
              <a:defRPr/>
            </a:lvl8pPr>
            <a:lvl9pPr indent="-342900" lvl="8" marL="4114800" rtl="1" algn="r">
              <a:lnSpc>
                <a:spcPct val="90000"/>
              </a:lnSpc>
              <a:spcBef>
                <a:spcPts val="500"/>
              </a:spcBef>
              <a:spcAft>
                <a:spcPts val="0"/>
              </a:spcAft>
              <a:buClr>
                <a:schemeClr val="dk1"/>
              </a:buClr>
              <a:buSzPts val="1800"/>
              <a:buChar char="•"/>
              <a:defRPr/>
            </a:lvl9pPr>
          </a:lstStyle>
          <a:p/>
        </p:txBody>
      </p:sp>
      <p:sp>
        <p:nvSpPr>
          <p:cNvPr id="77" name="Google Shape;77;p12"/>
          <p:cNvSpPr txBox="1"/>
          <p:nvPr>
            <p:ph idx="10" type="dt"/>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lvl="0" rtl="1" algn="r">
              <a:spcBef>
                <a:spcPts val="0"/>
              </a:spcBef>
              <a:spcAft>
                <a:spcPts val="0"/>
              </a:spcAft>
              <a:buSzPts val="1400"/>
              <a:buNone/>
              <a:defRPr/>
            </a:lvl1pPr>
            <a:lvl2pPr lvl="1" rtl="1" algn="r">
              <a:spcBef>
                <a:spcPts val="0"/>
              </a:spcBef>
              <a:spcAft>
                <a:spcPts val="0"/>
              </a:spcAft>
              <a:buSzPts val="1400"/>
              <a:buNone/>
              <a:defRPr/>
            </a:lvl2pPr>
            <a:lvl3pPr lvl="2" rtl="1" algn="r">
              <a:spcBef>
                <a:spcPts val="0"/>
              </a:spcBef>
              <a:spcAft>
                <a:spcPts val="0"/>
              </a:spcAft>
              <a:buSzPts val="1400"/>
              <a:buNone/>
              <a:defRPr/>
            </a:lvl3pPr>
            <a:lvl4pPr lvl="3" rtl="1" algn="r">
              <a:spcBef>
                <a:spcPts val="0"/>
              </a:spcBef>
              <a:spcAft>
                <a:spcPts val="0"/>
              </a:spcAft>
              <a:buSzPts val="1400"/>
              <a:buNone/>
              <a:defRPr/>
            </a:lvl4pPr>
            <a:lvl5pPr lvl="4" rtl="1" algn="r">
              <a:spcBef>
                <a:spcPts val="0"/>
              </a:spcBef>
              <a:spcAft>
                <a:spcPts val="0"/>
              </a:spcAft>
              <a:buSzPts val="1400"/>
              <a:buNone/>
              <a:defRPr/>
            </a:lvl5pPr>
            <a:lvl6pPr lvl="5" rtl="1" algn="r">
              <a:spcBef>
                <a:spcPts val="0"/>
              </a:spcBef>
              <a:spcAft>
                <a:spcPts val="0"/>
              </a:spcAft>
              <a:buSzPts val="1400"/>
              <a:buNone/>
              <a:defRPr/>
            </a:lvl6pPr>
            <a:lvl7pPr lvl="6" rtl="1" algn="r">
              <a:spcBef>
                <a:spcPts val="0"/>
              </a:spcBef>
              <a:spcAft>
                <a:spcPts val="0"/>
              </a:spcAft>
              <a:buSzPts val="1400"/>
              <a:buNone/>
              <a:defRPr/>
            </a:lvl7pPr>
            <a:lvl8pPr lvl="7" rtl="1" algn="r">
              <a:spcBef>
                <a:spcPts val="0"/>
              </a:spcBef>
              <a:spcAft>
                <a:spcPts val="0"/>
              </a:spcAft>
              <a:buSzPts val="1400"/>
              <a:buNone/>
              <a:defRPr/>
            </a:lvl8pPr>
            <a:lvl9pPr lvl="8" rtl="1" algn="r">
              <a:spcBef>
                <a:spcPts val="0"/>
              </a:spcBef>
              <a:spcAft>
                <a:spcPts val="0"/>
              </a:spcAft>
              <a:buSzPts val="1400"/>
              <a:buNone/>
              <a:defRPr/>
            </a:lvl9pPr>
          </a:lstStyle>
          <a:p/>
        </p:txBody>
      </p:sp>
      <p:sp>
        <p:nvSpPr>
          <p:cNvPr id="78" name="Google Shape;78;p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rtl="1" algn="ctr">
              <a:spcBef>
                <a:spcPts val="0"/>
              </a:spcBef>
              <a:spcAft>
                <a:spcPts val="0"/>
              </a:spcAft>
              <a:buSzPts val="1400"/>
              <a:buNone/>
              <a:defRPr/>
            </a:lvl1pPr>
            <a:lvl2pPr lvl="1" rtl="1" algn="r">
              <a:spcBef>
                <a:spcPts val="0"/>
              </a:spcBef>
              <a:spcAft>
                <a:spcPts val="0"/>
              </a:spcAft>
              <a:buSzPts val="1400"/>
              <a:buNone/>
              <a:defRPr/>
            </a:lvl2pPr>
            <a:lvl3pPr lvl="2" rtl="1" algn="r">
              <a:spcBef>
                <a:spcPts val="0"/>
              </a:spcBef>
              <a:spcAft>
                <a:spcPts val="0"/>
              </a:spcAft>
              <a:buSzPts val="1400"/>
              <a:buNone/>
              <a:defRPr/>
            </a:lvl3pPr>
            <a:lvl4pPr lvl="3" rtl="1" algn="r">
              <a:spcBef>
                <a:spcPts val="0"/>
              </a:spcBef>
              <a:spcAft>
                <a:spcPts val="0"/>
              </a:spcAft>
              <a:buSzPts val="1400"/>
              <a:buNone/>
              <a:defRPr/>
            </a:lvl4pPr>
            <a:lvl5pPr lvl="4" rtl="1" algn="r">
              <a:spcBef>
                <a:spcPts val="0"/>
              </a:spcBef>
              <a:spcAft>
                <a:spcPts val="0"/>
              </a:spcAft>
              <a:buSzPts val="1400"/>
              <a:buNone/>
              <a:defRPr/>
            </a:lvl5pPr>
            <a:lvl6pPr lvl="5" rtl="1" algn="r">
              <a:spcBef>
                <a:spcPts val="0"/>
              </a:spcBef>
              <a:spcAft>
                <a:spcPts val="0"/>
              </a:spcAft>
              <a:buSzPts val="1400"/>
              <a:buNone/>
              <a:defRPr/>
            </a:lvl6pPr>
            <a:lvl7pPr lvl="6" rtl="1" algn="r">
              <a:spcBef>
                <a:spcPts val="0"/>
              </a:spcBef>
              <a:spcAft>
                <a:spcPts val="0"/>
              </a:spcAft>
              <a:buSzPts val="1400"/>
              <a:buNone/>
              <a:defRPr/>
            </a:lvl7pPr>
            <a:lvl8pPr lvl="7" rtl="1" algn="r">
              <a:spcBef>
                <a:spcPts val="0"/>
              </a:spcBef>
              <a:spcAft>
                <a:spcPts val="0"/>
              </a:spcAft>
              <a:buSzPts val="1400"/>
              <a:buNone/>
              <a:defRPr/>
            </a:lvl8pPr>
            <a:lvl9pPr lvl="8" rtl="1" algn="r">
              <a:spcBef>
                <a:spcPts val="0"/>
              </a:spcBef>
              <a:spcAft>
                <a:spcPts val="0"/>
              </a:spcAft>
              <a:buSzPts val="1400"/>
              <a:buNone/>
              <a:defRPr/>
            </a:lvl9pPr>
          </a:lstStyle>
          <a:p/>
        </p:txBody>
      </p:sp>
      <p:sp>
        <p:nvSpPr>
          <p:cNvPr id="79" name="Google Shape;79;p12"/>
          <p:cNvSpPr txBox="1"/>
          <p:nvPr>
            <p:ph idx="12" type="sldNum"/>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indent="0" lvl="0" marL="0" rtl="1" algn="l">
              <a:spcBef>
                <a:spcPts val="0"/>
              </a:spcBef>
              <a:buNone/>
              <a:defRPr/>
            </a:lvl1pPr>
            <a:lvl2pPr indent="0" lvl="1" marL="0" rtl="1" algn="l">
              <a:spcBef>
                <a:spcPts val="0"/>
              </a:spcBef>
              <a:buNone/>
              <a:defRPr/>
            </a:lvl2pPr>
            <a:lvl3pPr indent="0" lvl="2" marL="0" rtl="1" algn="l">
              <a:spcBef>
                <a:spcPts val="0"/>
              </a:spcBef>
              <a:buNone/>
              <a:defRPr/>
            </a:lvl3pPr>
            <a:lvl4pPr indent="0" lvl="3" marL="0" rtl="1" algn="l">
              <a:spcBef>
                <a:spcPts val="0"/>
              </a:spcBef>
              <a:buNone/>
              <a:defRPr/>
            </a:lvl4pPr>
            <a:lvl5pPr indent="0" lvl="4" marL="0" rtl="1" algn="l">
              <a:spcBef>
                <a:spcPts val="0"/>
              </a:spcBef>
              <a:buNone/>
              <a:defRPr/>
            </a:lvl5pPr>
            <a:lvl6pPr indent="0" lvl="5" marL="0" rtl="1" algn="l">
              <a:spcBef>
                <a:spcPts val="0"/>
              </a:spcBef>
              <a:buNone/>
              <a:defRPr/>
            </a:lvl6pPr>
            <a:lvl7pPr indent="0" lvl="6" marL="0" rtl="1" algn="l">
              <a:spcBef>
                <a:spcPts val="0"/>
              </a:spcBef>
              <a:buNone/>
              <a:defRPr/>
            </a:lvl7pPr>
            <a:lvl8pPr indent="0" lvl="7" marL="0" rtl="1" algn="l">
              <a:spcBef>
                <a:spcPts val="0"/>
              </a:spcBef>
              <a:buNone/>
              <a:defRPr/>
            </a:lvl8pPr>
            <a:lvl9pPr indent="0" lvl="8" marL="0" rtl="1" algn="l">
              <a:spcBef>
                <a:spcPts val="0"/>
              </a:spcBef>
              <a:buNone/>
              <a:defRPr/>
            </a:lvl9pPr>
          </a:lstStyle>
          <a:p>
            <a:pPr indent="0" lvl="0" marL="0" rtl="1" algn="l">
              <a:spcBef>
                <a:spcPts val="0"/>
              </a:spcBef>
              <a:spcAft>
                <a:spcPts val="0"/>
              </a:spcAft>
              <a:buNone/>
            </a:pPr>
            <a:fld id="{00000000-1234-1234-1234-123412341234}" type="slidenum">
              <a:rPr lang="iw-IL"/>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1" algn="r">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1" algn="r">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1" algn="r">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1" algn="r">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1" algn="r">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1" algn="r">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1" algn="r">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1" algn="r">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1" algn="r">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1" algn="r">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lvl="0" marR="0" rtl="1" algn="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1" algn="r">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1" algn="r">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1" algn="r">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1" algn="r">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1" algn="r">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1" algn="r">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1" algn="r">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1" algn="r">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1"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1" algn="r">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1" algn="r">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1" algn="r">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1" algn="r">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1" algn="r">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1" algn="r">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1" algn="r">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1" algn="r">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1" algn="l">
              <a:spcBef>
                <a:spcPts val="0"/>
              </a:spcBef>
              <a:buNone/>
              <a:defRPr b="0" i="0" sz="1200" u="none" cap="none" strike="noStrike">
                <a:solidFill>
                  <a:srgbClr val="888888"/>
                </a:solidFill>
                <a:latin typeface="Calibri"/>
                <a:ea typeface="Calibri"/>
                <a:cs typeface="Calibri"/>
                <a:sym typeface="Calibri"/>
              </a:defRPr>
            </a:lvl1pPr>
            <a:lvl2pPr indent="0" lvl="1" marL="0" marR="0" rtl="1" algn="l">
              <a:spcBef>
                <a:spcPts val="0"/>
              </a:spcBef>
              <a:buNone/>
              <a:defRPr b="0" i="0" sz="1200" u="none" cap="none" strike="noStrike">
                <a:solidFill>
                  <a:srgbClr val="888888"/>
                </a:solidFill>
                <a:latin typeface="Calibri"/>
                <a:ea typeface="Calibri"/>
                <a:cs typeface="Calibri"/>
                <a:sym typeface="Calibri"/>
              </a:defRPr>
            </a:lvl2pPr>
            <a:lvl3pPr indent="0" lvl="2" marL="0" marR="0" rtl="1" algn="l">
              <a:spcBef>
                <a:spcPts val="0"/>
              </a:spcBef>
              <a:buNone/>
              <a:defRPr b="0" i="0" sz="1200" u="none" cap="none" strike="noStrike">
                <a:solidFill>
                  <a:srgbClr val="888888"/>
                </a:solidFill>
                <a:latin typeface="Calibri"/>
                <a:ea typeface="Calibri"/>
                <a:cs typeface="Calibri"/>
                <a:sym typeface="Calibri"/>
              </a:defRPr>
            </a:lvl3pPr>
            <a:lvl4pPr indent="0" lvl="3" marL="0" marR="0" rtl="1" algn="l">
              <a:spcBef>
                <a:spcPts val="0"/>
              </a:spcBef>
              <a:buNone/>
              <a:defRPr b="0" i="0" sz="1200" u="none" cap="none" strike="noStrike">
                <a:solidFill>
                  <a:srgbClr val="888888"/>
                </a:solidFill>
                <a:latin typeface="Calibri"/>
                <a:ea typeface="Calibri"/>
                <a:cs typeface="Calibri"/>
                <a:sym typeface="Calibri"/>
              </a:defRPr>
            </a:lvl4pPr>
            <a:lvl5pPr indent="0" lvl="4" marL="0" marR="0" rtl="1" algn="l">
              <a:spcBef>
                <a:spcPts val="0"/>
              </a:spcBef>
              <a:buNone/>
              <a:defRPr b="0" i="0" sz="1200" u="none" cap="none" strike="noStrike">
                <a:solidFill>
                  <a:srgbClr val="888888"/>
                </a:solidFill>
                <a:latin typeface="Calibri"/>
                <a:ea typeface="Calibri"/>
                <a:cs typeface="Calibri"/>
                <a:sym typeface="Calibri"/>
              </a:defRPr>
            </a:lvl5pPr>
            <a:lvl6pPr indent="0" lvl="5" marL="0" marR="0" rtl="1" algn="l">
              <a:spcBef>
                <a:spcPts val="0"/>
              </a:spcBef>
              <a:buNone/>
              <a:defRPr b="0" i="0" sz="1200" u="none" cap="none" strike="noStrike">
                <a:solidFill>
                  <a:srgbClr val="888888"/>
                </a:solidFill>
                <a:latin typeface="Calibri"/>
                <a:ea typeface="Calibri"/>
                <a:cs typeface="Calibri"/>
                <a:sym typeface="Calibri"/>
              </a:defRPr>
            </a:lvl6pPr>
            <a:lvl7pPr indent="0" lvl="6" marL="0" marR="0" rtl="1" algn="l">
              <a:spcBef>
                <a:spcPts val="0"/>
              </a:spcBef>
              <a:buNone/>
              <a:defRPr b="0" i="0" sz="1200" u="none" cap="none" strike="noStrike">
                <a:solidFill>
                  <a:srgbClr val="888888"/>
                </a:solidFill>
                <a:latin typeface="Calibri"/>
                <a:ea typeface="Calibri"/>
                <a:cs typeface="Calibri"/>
                <a:sym typeface="Calibri"/>
              </a:defRPr>
            </a:lvl7pPr>
            <a:lvl8pPr indent="0" lvl="7" marL="0" marR="0" rtl="1" algn="l">
              <a:spcBef>
                <a:spcPts val="0"/>
              </a:spcBef>
              <a:buNone/>
              <a:defRPr b="0" i="0" sz="1200" u="none" cap="none" strike="noStrike">
                <a:solidFill>
                  <a:srgbClr val="888888"/>
                </a:solidFill>
                <a:latin typeface="Calibri"/>
                <a:ea typeface="Calibri"/>
                <a:cs typeface="Calibri"/>
                <a:sym typeface="Calibri"/>
              </a:defRPr>
            </a:lvl8pPr>
            <a:lvl9pPr indent="0" lvl="8" marL="0" marR="0" rtl="1" algn="l">
              <a:spcBef>
                <a:spcPts val="0"/>
              </a:spcBef>
              <a:buNone/>
              <a:defRPr b="0" i="0" sz="1200" u="none" cap="none" strike="noStrike">
                <a:solidFill>
                  <a:srgbClr val="888888"/>
                </a:solidFill>
                <a:latin typeface="Calibri"/>
                <a:ea typeface="Calibri"/>
                <a:cs typeface="Calibri"/>
                <a:sym typeface="Calibri"/>
              </a:defRPr>
            </a:lvl9pPr>
          </a:lstStyle>
          <a:p>
            <a:pPr indent="0" lvl="0" marL="0" rtl="1" algn="l">
              <a:spcBef>
                <a:spcPts val="0"/>
              </a:spcBef>
              <a:spcAft>
                <a:spcPts val="0"/>
              </a:spcAft>
              <a:buNone/>
            </a:pPr>
            <a:fld id="{00000000-1234-1234-1234-123412341234}" type="slidenum">
              <a:rPr lang="iw-IL"/>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6.jpg"/><Relationship Id="rId4" Type="http://schemas.openxmlformats.org/officeDocument/2006/relationships/image" Target="../media/image7.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jpg"/><Relationship Id="rId4" Type="http://schemas.openxmlformats.org/officeDocument/2006/relationships/image" Target="../media/image2.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8.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5.jpg"/><Relationship Id="rId4" Type="http://schemas.openxmlformats.org/officeDocument/2006/relationships/image" Target="../media/image9.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3.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0" lvl="0" marL="0" rtl="1" algn="r">
              <a:lnSpc>
                <a:spcPct val="90000"/>
              </a:lnSpc>
              <a:spcBef>
                <a:spcPts val="0"/>
              </a:spcBef>
              <a:spcAft>
                <a:spcPts val="0"/>
              </a:spcAft>
              <a:buClr>
                <a:srgbClr val="F7CAAC"/>
              </a:buClr>
              <a:buSzPts val="11500"/>
              <a:buNone/>
            </a:pPr>
            <a:r>
              <a:rPr b="1" lang="iw-IL" sz="11500">
                <a:solidFill>
                  <a:srgbClr val="F7CAAC"/>
                </a:solidFill>
                <a:latin typeface="Arial"/>
                <a:ea typeface="Arial"/>
                <a:cs typeface="Arial"/>
                <a:sym typeface="Arial"/>
              </a:rPr>
              <a:t>  חנוכה...</a:t>
            </a:r>
            <a:endParaRPr sz="11500">
              <a:latin typeface="Arial"/>
              <a:ea typeface="Arial"/>
              <a:cs typeface="Arial"/>
              <a:sym typeface="Arial"/>
            </a:endParaRPr>
          </a:p>
        </p:txBody>
      </p:sp>
      <p:pic>
        <p:nvPicPr>
          <p:cNvPr descr="http://yo-yoo.co.il/cards/hanukkah/hanu2.jpg" id="85" name="Google Shape;85;p13"/>
          <p:cNvPicPr preferRelativeResize="0"/>
          <p:nvPr/>
        </p:nvPicPr>
        <p:blipFill rotWithShape="1">
          <a:blip r:embed="rId3">
            <a:alphaModFix/>
          </a:blip>
          <a:srcRect b="0" l="0" r="0" t="0"/>
          <a:stretch/>
        </p:blipFill>
        <p:spPr>
          <a:xfrm>
            <a:off x="602880" y="685799"/>
            <a:ext cx="4769220" cy="5399257"/>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4"/>
          <p:cNvSpPr txBox="1"/>
          <p:nvPr>
            <p:ph type="title"/>
          </p:nvPr>
        </p:nvSpPr>
        <p:spPr>
          <a:xfrm>
            <a:off x="838200" y="365126"/>
            <a:ext cx="10515600" cy="840220"/>
          </a:xfrm>
          <a:prstGeom prst="rect">
            <a:avLst/>
          </a:prstGeom>
          <a:noFill/>
          <a:ln>
            <a:noFill/>
          </a:ln>
        </p:spPr>
        <p:txBody>
          <a:bodyPr anchorCtr="0" anchor="ctr" bIns="45700" lIns="91425" spcFirstLastPara="1" rIns="91425" wrap="square" tIns="45700">
            <a:normAutofit/>
          </a:bodyPr>
          <a:lstStyle/>
          <a:p>
            <a:pPr indent="0" lvl="0" marL="0" rtl="1" algn="ctr">
              <a:lnSpc>
                <a:spcPct val="90000"/>
              </a:lnSpc>
              <a:spcBef>
                <a:spcPts val="0"/>
              </a:spcBef>
              <a:spcAft>
                <a:spcPts val="0"/>
              </a:spcAft>
              <a:buClr>
                <a:schemeClr val="dk1"/>
              </a:buClr>
              <a:buSzPts val="4400"/>
              <a:buFont typeface="Narkisim"/>
              <a:buNone/>
            </a:pPr>
            <a:r>
              <a:rPr lang="iw-IL">
                <a:latin typeface="Narkisim"/>
                <a:ea typeface="Narkisim"/>
                <a:cs typeface="Narkisim"/>
                <a:sym typeface="Narkisim"/>
              </a:rPr>
              <a:t>מהי ברייתא?</a:t>
            </a:r>
            <a:endParaRPr>
              <a:latin typeface="Narkisim"/>
              <a:ea typeface="Narkisim"/>
              <a:cs typeface="Narkisim"/>
              <a:sym typeface="Narkisim"/>
            </a:endParaRPr>
          </a:p>
        </p:txBody>
      </p:sp>
      <p:sp>
        <p:nvSpPr>
          <p:cNvPr id="91" name="Google Shape;91;p14"/>
          <p:cNvSpPr txBox="1"/>
          <p:nvPr>
            <p:ph idx="1" type="body"/>
          </p:nvPr>
        </p:nvSpPr>
        <p:spPr>
          <a:xfrm>
            <a:off x="1309254" y="1205346"/>
            <a:ext cx="10044545" cy="5507181"/>
          </a:xfrm>
          <a:prstGeom prst="rect">
            <a:avLst/>
          </a:prstGeom>
          <a:noFill/>
          <a:ln>
            <a:noFill/>
          </a:ln>
        </p:spPr>
        <p:txBody>
          <a:bodyPr anchorCtr="0" anchor="t" bIns="45700" lIns="91425" spcFirstLastPara="1" rIns="91425" wrap="square" tIns="45700">
            <a:normAutofit/>
          </a:bodyPr>
          <a:lstStyle/>
          <a:p>
            <a:pPr indent="-228600" lvl="0" marL="228600" rtl="1" algn="just">
              <a:lnSpc>
                <a:spcPct val="90000"/>
              </a:lnSpc>
              <a:spcBef>
                <a:spcPts val="0"/>
              </a:spcBef>
              <a:spcAft>
                <a:spcPts val="0"/>
              </a:spcAft>
              <a:buClr>
                <a:schemeClr val="dk1"/>
              </a:buClr>
              <a:buSzPts val="2800"/>
              <a:buChar char="•"/>
            </a:pPr>
            <a:r>
              <a:rPr lang="iw-IL">
                <a:latin typeface="Narkisim"/>
                <a:ea typeface="Narkisim"/>
                <a:cs typeface="Narkisim"/>
                <a:sym typeface="Narkisim"/>
              </a:rPr>
              <a:t>המילה </a:t>
            </a:r>
            <a:r>
              <a:rPr b="1" lang="iw-IL" u="sng">
                <a:latin typeface="Narkisim"/>
                <a:ea typeface="Narkisim"/>
                <a:cs typeface="Narkisim"/>
                <a:sym typeface="Narkisim"/>
              </a:rPr>
              <a:t>ברייתא</a:t>
            </a:r>
            <a:r>
              <a:rPr lang="iw-IL">
                <a:latin typeface="Narkisim"/>
                <a:ea typeface="Narkisim"/>
                <a:cs typeface="Narkisim"/>
                <a:sym typeface="Narkisim"/>
              </a:rPr>
              <a:t> היא מילה בשפה הארמית ופרושה </a:t>
            </a:r>
            <a:r>
              <a:rPr b="1" lang="iw-IL" u="sng">
                <a:latin typeface="Narkisim"/>
                <a:ea typeface="Narkisim"/>
                <a:cs typeface="Narkisim"/>
                <a:sym typeface="Narkisim"/>
              </a:rPr>
              <a:t>חיצונית</a:t>
            </a:r>
            <a:r>
              <a:rPr lang="iw-IL">
                <a:latin typeface="Narkisim"/>
                <a:ea typeface="Narkisim"/>
                <a:cs typeface="Narkisim"/>
                <a:sym typeface="Narkisim"/>
              </a:rPr>
              <a:t> (בר-חוץ)</a:t>
            </a:r>
            <a:endParaRPr/>
          </a:p>
          <a:p>
            <a:pPr indent="-228600" lvl="0" marL="228600" rtl="1" algn="just">
              <a:lnSpc>
                <a:spcPct val="90000"/>
              </a:lnSpc>
              <a:spcBef>
                <a:spcPts val="1000"/>
              </a:spcBef>
              <a:spcAft>
                <a:spcPts val="0"/>
              </a:spcAft>
              <a:buClr>
                <a:schemeClr val="dk1"/>
              </a:buClr>
              <a:buSzPts val="2800"/>
              <a:buChar char="•"/>
            </a:pPr>
            <a:r>
              <a:rPr lang="iw-IL">
                <a:latin typeface="Narkisim"/>
                <a:ea typeface="Narkisim"/>
                <a:cs typeface="Narkisim"/>
                <a:sym typeface="Narkisim"/>
              </a:rPr>
              <a:t>כאשר קבץ רבי יהודה הנשיא את כל המשניות וסדר אותן בששה סדרים, ששה סדרי משנה,  הוא השאיר חלק מהמשניות שהיו בידו מחוץ לסדרי המשנה מהסיבות הבאות :</a:t>
            </a:r>
            <a:endParaRPr/>
          </a:p>
          <a:p>
            <a:pPr indent="0" lvl="0" marL="0" rtl="1" algn="just">
              <a:lnSpc>
                <a:spcPct val="90000"/>
              </a:lnSpc>
              <a:spcBef>
                <a:spcPts val="1000"/>
              </a:spcBef>
              <a:spcAft>
                <a:spcPts val="0"/>
              </a:spcAft>
              <a:buClr>
                <a:schemeClr val="dk1"/>
              </a:buClr>
              <a:buSzPts val="2800"/>
              <a:buNone/>
            </a:pPr>
            <a:r>
              <a:rPr lang="iw-IL">
                <a:latin typeface="Narkisim"/>
                <a:ea typeface="Narkisim"/>
                <a:cs typeface="Narkisim"/>
                <a:sym typeface="Narkisim"/>
              </a:rPr>
              <a:t>א. מתוך כוונה לקצר את המשנה ככל האפשר.</a:t>
            </a:r>
            <a:endParaRPr/>
          </a:p>
          <a:p>
            <a:pPr indent="0" lvl="0" marL="0" rtl="1" algn="just">
              <a:lnSpc>
                <a:spcPct val="90000"/>
              </a:lnSpc>
              <a:spcBef>
                <a:spcPts val="1000"/>
              </a:spcBef>
              <a:spcAft>
                <a:spcPts val="0"/>
              </a:spcAft>
              <a:buClr>
                <a:schemeClr val="dk1"/>
              </a:buClr>
              <a:buSzPts val="2800"/>
              <a:buNone/>
            </a:pPr>
            <a:r>
              <a:rPr lang="iw-IL">
                <a:latin typeface="Narkisim"/>
                <a:ea typeface="Narkisim"/>
                <a:cs typeface="Narkisim"/>
                <a:sym typeface="Narkisim"/>
              </a:rPr>
              <a:t>ב. הוא חשב שמקומן אינו בתוך המשנה.</a:t>
            </a:r>
            <a:endParaRPr/>
          </a:p>
          <a:p>
            <a:pPr indent="-228600" lvl="0" marL="228600" rtl="1" algn="just">
              <a:lnSpc>
                <a:spcPct val="90000"/>
              </a:lnSpc>
              <a:spcBef>
                <a:spcPts val="1000"/>
              </a:spcBef>
              <a:spcAft>
                <a:spcPts val="0"/>
              </a:spcAft>
              <a:buClr>
                <a:schemeClr val="dk1"/>
              </a:buClr>
              <a:buSzPts val="2800"/>
              <a:buChar char="•"/>
            </a:pPr>
            <a:r>
              <a:rPr lang="iw-IL">
                <a:latin typeface="Narkisim"/>
                <a:ea typeface="Narkisim"/>
                <a:cs typeface="Narkisim"/>
                <a:sym typeface="Narkisim"/>
              </a:rPr>
              <a:t>הברייתא בדומה למשנה נאמרה על ידי תנאים, וכיון שלא הוכנסה לסדר המשנה נקראה ברייתא - משנה חיצונית. מספר הברייתות גדול ממספר המשניות. בגמרא נמצאות יותר מאלף ברייתות המצוינות במילים : "תנו רבנן" כמו הברייתא שנלמד היום.</a:t>
            </a:r>
            <a:endParaRPr/>
          </a:p>
          <a:p>
            <a:pPr indent="0" lvl="0" marL="0" rtl="1" algn="l">
              <a:lnSpc>
                <a:spcPct val="90000"/>
              </a:lnSpc>
              <a:spcBef>
                <a:spcPts val="1000"/>
              </a:spcBef>
              <a:spcAft>
                <a:spcPts val="0"/>
              </a:spcAft>
              <a:buClr>
                <a:schemeClr val="dk1"/>
              </a:buClr>
              <a:buSzPts val="2200"/>
              <a:buNone/>
            </a:pPr>
            <a:r>
              <a:t/>
            </a:r>
            <a:endParaRPr sz="2200">
              <a:latin typeface="Narkisim"/>
              <a:ea typeface="Narkisim"/>
              <a:cs typeface="Narkisim"/>
              <a:sym typeface="Narkisim"/>
            </a:endParaRPr>
          </a:p>
          <a:p>
            <a:pPr indent="0" lvl="0" marL="0" rtl="1" algn="l">
              <a:lnSpc>
                <a:spcPct val="90000"/>
              </a:lnSpc>
              <a:spcBef>
                <a:spcPts val="1000"/>
              </a:spcBef>
              <a:spcAft>
                <a:spcPts val="0"/>
              </a:spcAft>
              <a:buClr>
                <a:schemeClr val="dk1"/>
              </a:buClr>
              <a:buSzPts val="2200"/>
              <a:buNone/>
            </a:pPr>
            <a:r>
              <a:rPr lang="iw-IL" sz="2200">
                <a:latin typeface="Narkisim"/>
                <a:ea typeface="Narkisim"/>
                <a:cs typeface="Narkisim"/>
                <a:sym typeface="Narkisim"/>
              </a:rPr>
              <a:t>(ע"פ משניות משמחות שבת ומועדי ישראל עמ' 91)</a:t>
            </a:r>
            <a:endParaRPr sz="2200">
              <a:latin typeface="Narkisim"/>
              <a:ea typeface="Narkisim"/>
              <a:cs typeface="Narkisim"/>
              <a:sym typeface="Narkisim"/>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15"/>
          <p:cNvSpPr txBox="1"/>
          <p:nvPr>
            <p:ph type="title"/>
          </p:nvPr>
        </p:nvSpPr>
        <p:spPr>
          <a:xfrm>
            <a:off x="789709" y="289790"/>
            <a:ext cx="10667999" cy="1325563"/>
          </a:xfrm>
          <a:prstGeom prst="rect">
            <a:avLst/>
          </a:prstGeom>
          <a:noFill/>
          <a:ln>
            <a:noFill/>
          </a:ln>
        </p:spPr>
        <p:txBody>
          <a:bodyPr anchorCtr="0" anchor="ctr" bIns="45700" lIns="91425" spcFirstLastPara="1" rIns="91425" wrap="square" tIns="45700">
            <a:normAutofit/>
          </a:bodyPr>
          <a:lstStyle/>
          <a:p>
            <a:pPr indent="0" lvl="0" marL="0" rtl="1" algn="ctr">
              <a:lnSpc>
                <a:spcPct val="90000"/>
              </a:lnSpc>
              <a:spcBef>
                <a:spcPts val="0"/>
              </a:spcBef>
              <a:spcAft>
                <a:spcPts val="0"/>
              </a:spcAft>
              <a:buClr>
                <a:schemeClr val="dk1"/>
              </a:buClr>
              <a:buSzPts val="3600"/>
              <a:buFont typeface="Narkisim"/>
              <a:buNone/>
            </a:pPr>
            <a:r>
              <a:rPr lang="iw-IL" sz="3600">
                <a:latin typeface="Narkisim"/>
                <a:ea typeface="Narkisim"/>
                <a:cs typeface="Narkisim"/>
                <a:sym typeface="Narkisim"/>
              </a:rPr>
              <a:t>מסכת שבת דף כא עמוד ב' מאי חנוכה?</a:t>
            </a:r>
            <a:endParaRPr sz="3600">
              <a:latin typeface="Narkisim"/>
              <a:ea typeface="Narkisim"/>
              <a:cs typeface="Narkisim"/>
              <a:sym typeface="Narkisim"/>
            </a:endParaRPr>
          </a:p>
        </p:txBody>
      </p:sp>
      <p:sp>
        <p:nvSpPr>
          <p:cNvPr id="97" name="Google Shape;97;p15"/>
          <p:cNvSpPr txBox="1"/>
          <p:nvPr>
            <p:ph idx="1" type="body"/>
          </p:nvPr>
        </p:nvSpPr>
        <p:spPr>
          <a:xfrm>
            <a:off x="1049487" y="1825625"/>
            <a:ext cx="10844645" cy="4351338"/>
          </a:xfrm>
          <a:prstGeom prst="rect">
            <a:avLst/>
          </a:prstGeom>
          <a:noFill/>
          <a:ln>
            <a:noFill/>
          </a:ln>
        </p:spPr>
        <p:txBody>
          <a:bodyPr anchorCtr="0" anchor="t" bIns="45700" lIns="91425" spcFirstLastPara="1" rIns="91425" wrap="square" tIns="45700">
            <a:normAutofit/>
          </a:bodyPr>
          <a:lstStyle/>
          <a:p>
            <a:pPr indent="0" lvl="0" marL="0" rtl="1" algn="r">
              <a:lnSpc>
                <a:spcPct val="90000"/>
              </a:lnSpc>
              <a:spcBef>
                <a:spcPts val="0"/>
              </a:spcBef>
              <a:spcAft>
                <a:spcPts val="0"/>
              </a:spcAft>
              <a:buClr>
                <a:schemeClr val="dk1"/>
              </a:buClr>
              <a:buSzPts val="2800"/>
              <a:buNone/>
            </a:pPr>
            <a:r>
              <a:rPr lang="iw-IL">
                <a:latin typeface="Narkisim"/>
                <a:ea typeface="Narkisim"/>
                <a:cs typeface="Narkisim"/>
                <a:sym typeface="Narkisim"/>
              </a:rPr>
              <a:t>הברייתא שנלמד בשעור זה מופיעה בגמרא במסכת שבת.</a:t>
            </a:r>
            <a:endParaRPr/>
          </a:p>
          <a:p>
            <a:pPr indent="0" lvl="0" marL="0" rtl="1" algn="just">
              <a:lnSpc>
                <a:spcPct val="90000"/>
              </a:lnSpc>
              <a:spcBef>
                <a:spcPts val="1000"/>
              </a:spcBef>
              <a:spcAft>
                <a:spcPts val="0"/>
              </a:spcAft>
              <a:buClr>
                <a:schemeClr val="dk1"/>
              </a:buClr>
              <a:buSzPts val="3200"/>
              <a:buNone/>
            </a:pPr>
            <a:r>
              <a:t/>
            </a:r>
            <a:endParaRPr sz="3200">
              <a:latin typeface="Narkisim"/>
              <a:ea typeface="Narkisim"/>
              <a:cs typeface="Narkisim"/>
              <a:sym typeface="Narkisim"/>
            </a:endParaRPr>
          </a:p>
          <a:p>
            <a:pPr indent="0" lvl="0" marL="0" rtl="1" algn="just">
              <a:lnSpc>
                <a:spcPct val="90000"/>
              </a:lnSpc>
              <a:spcBef>
                <a:spcPts val="1000"/>
              </a:spcBef>
              <a:spcAft>
                <a:spcPts val="0"/>
              </a:spcAft>
              <a:buClr>
                <a:schemeClr val="dk1"/>
              </a:buClr>
              <a:buSzPts val="3200"/>
              <a:buNone/>
            </a:pPr>
            <a:r>
              <a:rPr lang="iw-IL" sz="3200">
                <a:latin typeface="Narkisim"/>
                <a:ea typeface="Narkisim"/>
                <a:cs typeface="Narkisim"/>
                <a:sym typeface="Narkisim"/>
              </a:rPr>
              <a:t>מאי חנוכה? דתנו רבנן בכ"ה בכסליו יומי דחנוכה תמניא אינון דלא למספד בהון ודלא להתענות בהון שכשנכנסו יוונים להיכל טמאו כל השמנים שבהיכל וכשגברה מלכות בית חשמונאי ונצחום בדקו ולא מצאו אלא פך אחד של שמן שהיה מונח בחותמו של כהן גדול ולא היה בו אלא להדליק יום אחד נעשה בו נס והדליקו ממנו שמונה ימים לשנה אחרת קבעום ועשאום ימים טובים בהלל והודאה </a:t>
            </a:r>
            <a:endParaRPr/>
          </a:p>
        </p:txBody>
      </p:sp>
      <p:sp>
        <p:nvSpPr>
          <p:cNvPr id="98" name="Google Shape;98;p15"/>
          <p:cNvSpPr txBox="1"/>
          <p:nvPr/>
        </p:nvSpPr>
        <p:spPr>
          <a:xfrm>
            <a:off x="9829805" y="2951018"/>
            <a:ext cx="2059132" cy="394855"/>
          </a:xfrm>
          <a:prstGeom prst="rect">
            <a:avLst/>
          </a:prstGeom>
          <a:noFill/>
          <a:ln cap="flat" cmpd="sng" w="38100">
            <a:solidFill>
              <a:srgbClr val="FF0000"/>
            </a:solidFill>
            <a:prstDash val="solid"/>
            <a:round/>
            <a:headEnd len="sm" w="sm" type="none"/>
            <a:tailEnd len="sm" w="sm" type="none"/>
          </a:ln>
        </p:spPr>
        <p:txBody>
          <a:bodyPr anchorCtr="0" anchor="t" bIns="45700" lIns="91425" spcFirstLastPara="1" rIns="91425" wrap="square" tIns="45700">
            <a:spAutoFit/>
          </a:bodyPr>
          <a:lstStyle/>
          <a:p>
            <a:pPr indent="0" lvl="0" marL="0" marR="0" rtl="1" algn="r">
              <a:spcBef>
                <a:spcPts val="0"/>
              </a:spcBef>
              <a:spcAft>
                <a:spcPts val="0"/>
              </a:spcAft>
              <a:buNone/>
            </a:pPr>
            <a:r>
              <a:t/>
            </a:r>
            <a:endParaRPr sz="1800">
              <a:solidFill>
                <a:schemeClr val="dk1"/>
              </a:solidFill>
              <a:latin typeface="Calibri"/>
              <a:ea typeface="Calibri"/>
              <a:cs typeface="Calibri"/>
              <a:sym typeface="Calibri"/>
            </a:endParaRPr>
          </a:p>
        </p:txBody>
      </p:sp>
      <p:sp>
        <p:nvSpPr>
          <p:cNvPr id="99" name="Google Shape;99;p15"/>
          <p:cNvSpPr txBox="1"/>
          <p:nvPr/>
        </p:nvSpPr>
        <p:spPr>
          <a:xfrm>
            <a:off x="10404766" y="2345891"/>
            <a:ext cx="1039091" cy="461665"/>
          </a:xfrm>
          <a:prstGeom prst="rect">
            <a:avLst/>
          </a:prstGeom>
          <a:noFill/>
          <a:ln cap="flat" cmpd="sng" w="38100">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1" algn="ctr">
              <a:spcBef>
                <a:spcPts val="0"/>
              </a:spcBef>
              <a:spcAft>
                <a:spcPts val="0"/>
              </a:spcAft>
              <a:buNone/>
            </a:pPr>
            <a:r>
              <a:rPr lang="iw-IL" sz="2400">
                <a:solidFill>
                  <a:schemeClr val="dk1"/>
                </a:solidFill>
                <a:latin typeface="Narkisim"/>
                <a:ea typeface="Narkisim"/>
                <a:cs typeface="Narkisim"/>
                <a:sym typeface="Narkisim"/>
              </a:rPr>
              <a:t>שאלה</a:t>
            </a:r>
            <a:endParaRPr sz="2400">
              <a:solidFill>
                <a:schemeClr val="dk1"/>
              </a:solidFill>
              <a:latin typeface="Narkisim"/>
              <a:ea typeface="Narkisim"/>
              <a:cs typeface="Narkisim"/>
              <a:sym typeface="Narkisim"/>
            </a:endParaRPr>
          </a:p>
        </p:txBody>
      </p:sp>
      <p:grpSp>
        <p:nvGrpSpPr>
          <p:cNvPr id="100" name="Google Shape;100;p15"/>
          <p:cNvGrpSpPr/>
          <p:nvPr/>
        </p:nvGrpSpPr>
        <p:grpSpPr>
          <a:xfrm>
            <a:off x="1070268" y="2923311"/>
            <a:ext cx="10844645" cy="900542"/>
            <a:chOff x="509155" y="2933702"/>
            <a:chExt cx="10844645" cy="900542"/>
          </a:xfrm>
        </p:grpSpPr>
        <p:cxnSp>
          <p:nvCxnSpPr>
            <p:cNvPr id="101" name="Google Shape;101;p15"/>
            <p:cNvCxnSpPr/>
            <p:nvPr/>
          </p:nvCxnSpPr>
          <p:spPr>
            <a:xfrm rot="10800000">
              <a:off x="528207" y="2951018"/>
              <a:ext cx="8686800" cy="0"/>
            </a:xfrm>
            <a:prstGeom prst="straightConnector1">
              <a:avLst/>
            </a:prstGeom>
            <a:noFill/>
            <a:ln cap="flat" cmpd="sng" w="38100">
              <a:solidFill>
                <a:srgbClr val="FFC000"/>
              </a:solidFill>
              <a:prstDash val="solid"/>
              <a:miter lim="800000"/>
              <a:headEnd len="sm" w="sm" type="none"/>
              <a:tailEnd len="sm" w="sm" type="none"/>
            </a:ln>
          </p:spPr>
        </p:cxnSp>
        <p:grpSp>
          <p:nvGrpSpPr>
            <p:cNvPr id="102" name="Google Shape;102;p15"/>
            <p:cNvGrpSpPr/>
            <p:nvPr/>
          </p:nvGrpSpPr>
          <p:grpSpPr>
            <a:xfrm>
              <a:off x="509155" y="2933702"/>
              <a:ext cx="10844645" cy="900542"/>
              <a:chOff x="509155" y="2933702"/>
              <a:chExt cx="10844645" cy="900542"/>
            </a:xfrm>
          </p:grpSpPr>
          <p:cxnSp>
            <p:nvCxnSpPr>
              <p:cNvPr id="103" name="Google Shape;103;p15"/>
              <p:cNvCxnSpPr/>
              <p:nvPr/>
            </p:nvCxnSpPr>
            <p:spPr>
              <a:xfrm rot="10800000">
                <a:off x="509155" y="3373582"/>
                <a:ext cx="5422322" cy="0"/>
              </a:xfrm>
              <a:prstGeom prst="straightConnector1">
                <a:avLst/>
              </a:prstGeom>
              <a:noFill/>
              <a:ln cap="flat" cmpd="sng" w="38100">
                <a:solidFill>
                  <a:srgbClr val="FFC000"/>
                </a:solidFill>
                <a:prstDash val="solid"/>
                <a:miter lim="800000"/>
                <a:headEnd len="sm" w="sm" type="none"/>
                <a:tailEnd len="sm" w="sm" type="none"/>
              </a:ln>
            </p:spPr>
          </p:cxnSp>
          <p:cxnSp>
            <p:nvCxnSpPr>
              <p:cNvPr id="104" name="Google Shape;104;p15"/>
              <p:cNvCxnSpPr/>
              <p:nvPr/>
            </p:nvCxnSpPr>
            <p:spPr>
              <a:xfrm rot="10800000">
                <a:off x="5931478" y="3806537"/>
                <a:ext cx="5422322" cy="0"/>
              </a:xfrm>
              <a:prstGeom prst="straightConnector1">
                <a:avLst/>
              </a:prstGeom>
              <a:noFill/>
              <a:ln cap="flat" cmpd="sng" w="38100">
                <a:solidFill>
                  <a:srgbClr val="FFC000"/>
                </a:solidFill>
                <a:prstDash val="solid"/>
                <a:miter lim="800000"/>
                <a:headEnd len="sm" w="sm" type="none"/>
                <a:tailEnd len="sm" w="sm" type="none"/>
              </a:ln>
            </p:spPr>
          </p:cxnSp>
          <p:cxnSp>
            <p:nvCxnSpPr>
              <p:cNvPr id="105" name="Google Shape;105;p15"/>
              <p:cNvCxnSpPr/>
              <p:nvPr/>
            </p:nvCxnSpPr>
            <p:spPr>
              <a:xfrm rot="10800000">
                <a:off x="9175174" y="3394364"/>
                <a:ext cx="2157844" cy="0"/>
              </a:xfrm>
              <a:prstGeom prst="straightConnector1">
                <a:avLst/>
              </a:prstGeom>
              <a:noFill/>
              <a:ln cap="flat" cmpd="sng" w="38100">
                <a:solidFill>
                  <a:srgbClr val="FFC000"/>
                </a:solidFill>
                <a:prstDash val="solid"/>
                <a:miter lim="800000"/>
                <a:headEnd len="sm" w="sm" type="none"/>
                <a:tailEnd len="sm" w="sm" type="none"/>
              </a:ln>
            </p:spPr>
          </p:cxnSp>
          <p:cxnSp>
            <p:nvCxnSpPr>
              <p:cNvPr id="106" name="Google Shape;106;p15"/>
              <p:cNvCxnSpPr/>
              <p:nvPr/>
            </p:nvCxnSpPr>
            <p:spPr>
              <a:xfrm rot="10800000">
                <a:off x="11327823" y="3394364"/>
                <a:ext cx="0" cy="439880"/>
              </a:xfrm>
              <a:prstGeom prst="straightConnector1">
                <a:avLst/>
              </a:prstGeom>
              <a:noFill/>
              <a:ln cap="flat" cmpd="sng" w="38100">
                <a:solidFill>
                  <a:srgbClr val="FFC000"/>
                </a:solidFill>
                <a:prstDash val="solid"/>
                <a:miter lim="800000"/>
                <a:headEnd len="sm" w="sm" type="none"/>
                <a:tailEnd len="sm" w="sm" type="none"/>
              </a:ln>
            </p:spPr>
          </p:cxnSp>
          <p:cxnSp>
            <p:nvCxnSpPr>
              <p:cNvPr id="107" name="Google Shape;107;p15"/>
              <p:cNvCxnSpPr/>
              <p:nvPr/>
            </p:nvCxnSpPr>
            <p:spPr>
              <a:xfrm rot="10800000">
                <a:off x="9215007" y="2951018"/>
                <a:ext cx="0" cy="439880"/>
              </a:xfrm>
              <a:prstGeom prst="straightConnector1">
                <a:avLst/>
              </a:prstGeom>
              <a:noFill/>
              <a:ln cap="flat" cmpd="sng" w="38100">
                <a:solidFill>
                  <a:srgbClr val="FFC000"/>
                </a:solidFill>
                <a:prstDash val="solid"/>
                <a:miter lim="800000"/>
                <a:headEnd len="sm" w="sm" type="none"/>
                <a:tailEnd len="sm" w="sm" type="none"/>
              </a:ln>
            </p:spPr>
          </p:cxnSp>
          <p:cxnSp>
            <p:nvCxnSpPr>
              <p:cNvPr id="108" name="Google Shape;108;p15"/>
              <p:cNvCxnSpPr/>
              <p:nvPr/>
            </p:nvCxnSpPr>
            <p:spPr>
              <a:xfrm rot="10800000">
                <a:off x="5931477" y="3356264"/>
                <a:ext cx="0" cy="439880"/>
              </a:xfrm>
              <a:prstGeom prst="straightConnector1">
                <a:avLst/>
              </a:prstGeom>
              <a:noFill/>
              <a:ln cap="flat" cmpd="sng" w="38100">
                <a:solidFill>
                  <a:srgbClr val="FFC000"/>
                </a:solidFill>
                <a:prstDash val="solid"/>
                <a:miter lim="800000"/>
                <a:headEnd len="sm" w="sm" type="none"/>
                <a:tailEnd len="sm" w="sm" type="none"/>
              </a:ln>
            </p:spPr>
          </p:cxnSp>
          <p:cxnSp>
            <p:nvCxnSpPr>
              <p:cNvPr id="109" name="Google Shape;109;p15"/>
              <p:cNvCxnSpPr/>
              <p:nvPr/>
            </p:nvCxnSpPr>
            <p:spPr>
              <a:xfrm rot="10800000">
                <a:off x="524741" y="2933702"/>
                <a:ext cx="0" cy="439880"/>
              </a:xfrm>
              <a:prstGeom prst="straightConnector1">
                <a:avLst/>
              </a:prstGeom>
              <a:noFill/>
              <a:ln cap="flat" cmpd="sng" w="38100">
                <a:solidFill>
                  <a:srgbClr val="FFC000"/>
                </a:solidFill>
                <a:prstDash val="solid"/>
                <a:miter lim="800000"/>
                <a:headEnd len="sm" w="sm" type="none"/>
                <a:tailEnd len="sm" w="sm" type="none"/>
              </a:ln>
            </p:spPr>
          </p:cxnSp>
        </p:grpSp>
      </p:grpSp>
      <p:sp>
        <p:nvSpPr>
          <p:cNvPr id="110" name="Google Shape;110;p15"/>
          <p:cNvSpPr txBox="1"/>
          <p:nvPr/>
        </p:nvSpPr>
        <p:spPr>
          <a:xfrm>
            <a:off x="5257804" y="2373968"/>
            <a:ext cx="1039091" cy="461665"/>
          </a:xfrm>
          <a:prstGeom prst="rect">
            <a:avLst/>
          </a:prstGeom>
          <a:noFill/>
          <a:ln cap="flat" cmpd="sng" w="38100">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1" algn="ctr">
              <a:spcBef>
                <a:spcPts val="0"/>
              </a:spcBef>
              <a:spcAft>
                <a:spcPts val="0"/>
              </a:spcAft>
              <a:buNone/>
            </a:pPr>
            <a:r>
              <a:rPr lang="iw-IL" sz="2400">
                <a:solidFill>
                  <a:schemeClr val="dk1"/>
                </a:solidFill>
                <a:latin typeface="Narkisim"/>
                <a:ea typeface="Narkisim"/>
                <a:cs typeface="Narkisim"/>
                <a:sym typeface="Narkisim"/>
              </a:rPr>
              <a:t>הלכה</a:t>
            </a:r>
            <a:endParaRPr sz="2400">
              <a:solidFill>
                <a:schemeClr val="dk1"/>
              </a:solidFill>
              <a:latin typeface="Narkisim"/>
              <a:ea typeface="Narkisim"/>
              <a:cs typeface="Narkisim"/>
              <a:sym typeface="Narkisim"/>
            </a:endParaRPr>
          </a:p>
        </p:txBody>
      </p:sp>
      <p:sp>
        <p:nvSpPr>
          <p:cNvPr id="111" name="Google Shape;111;p15"/>
          <p:cNvSpPr/>
          <p:nvPr/>
        </p:nvSpPr>
        <p:spPr>
          <a:xfrm>
            <a:off x="789708" y="2791406"/>
            <a:ext cx="436422" cy="2539130"/>
          </a:xfrm>
          <a:prstGeom prst="leftBrace">
            <a:avLst>
              <a:gd fmla="val 49842" name="adj1"/>
              <a:gd fmla="val 51624" name="adj2"/>
            </a:avLst>
          </a:prstGeom>
          <a:noFill/>
          <a:ln cap="flat" cmpd="sng" w="381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1"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12" name="Google Shape;112;p15"/>
          <p:cNvSpPr txBox="1"/>
          <p:nvPr/>
        </p:nvSpPr>
        <p:spPr>
          <a:xfrm>
            <a:off x="145486" y="3160567"/>
            <a:ext cx="410437" cy="1938992"/>
          </a:xfrm>
          <a:prstGeom prst="rect">
            <a:avLst/>
          </a:prstGeom>
          <a:noFill/>
          <a:ln cap="flat" cmpd="sng" w="38100">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1" algn="ctr">
              <a:spcBef>
                <a:spcPts val="0"/>
              </a:spcBef>
              <a:spcAft>
                <a:spcPts val="0"/>
              </a:spcAft>
              <a:buNone/>
            </a:pPr>
            <a:r>
              <a:rPr lang="iw-IL" sz="2400">
                <a:solidFill>
                  <a:schemeClr val="dk1"/>
                </a:solidFill>
                <a:latin typeface="Narkisim"/>
                <a:ea typeface="Narkisim"/>
                <a:cs typeface="Narkisim"/>
                <a:sym typeface="Narkisim"/>
              </a:rPr>
              <a:t>תשובה</a:t>
            </a:r>
            <a:endParaRPr sz="2400">
              <a:solidFill>
                <a:schemeClr val="dk1"/>
              </a:solidFill>
              <a:latin typeface="Narkisim"/>
              <a:ea typeface="Narkisim"/>
              <a:cs typeface="Narkisim"/>
              <a:sym typeface="Narkisim"/>
            </a:endParaRPr>
          </a:p>
        </p:txBody>
      </p:sp>
      <p:grpSp>
        <p:nvGrpSpPr>
          <p:cNvPr id="113" name="Google Shape;113;p15"/>
          <p:cNvGrpSpPr/>
          <p:nvPr/>
        </p:nvGrpSpPr>
        <p:grpSpPr>
          <a:xfrm>
            <a:off x="1070269" y="3420990"/>
            <a:ext cx="10777104" cy="2251437"/>
            <a:chOff x="1070269" y="3420990"/>
            <a:chExt cx="10777104" cy="2251437"/>
          </a:xfrm>
        </p:grpSpPr>
        <p:cxnSp>
          <p:nvCxnSpPr>
            <p:cNvPr id="114" name="Google Shape;114;p15"/>
            <p:cNvCxnSpPr/>
            <p:nvPr/>
          </p:nvCxnSpPr>
          <p:spPr>
            <a:xfrm>
              <a:off x="5663045" y="5662036"/>
              <a:ext cx="6165276" cy="0"/>
            </a:xfrm>
            <a:prstGeom prst="straightConnector1">
              <a:avLst/>
            </a:prstGeom>
            <a:noFill/>
            <a:ln cap="flat" cmpd="sng" w="38100">
              <a:solidFill>
                <a:srgbClr val="548135"/>
              </a:solidFill>
              <a:prstDash val="solid"/>
              <a:miter lim="800000"/>
              <a:headEnd len="sm" w="sm" type="none"/>
              <a:tailEnd len="sm" w="sm" type="none"/>
            </a:ln>
          </p:spPr>
        </p:cxnSp>
        <p:cxnSp>
          <p:nvCxnSpPr>
            <p:cNvPr id="115" name="Google Shape;115;p15"/>
            <p:cNvCxnSpPr/>
            <p:nvPr/>
          </p:nvCxnSpPr>
          <p:spPr>
            <a:xfrm>
              <a:off x="6425051" y="3848016"/>
              <a:ext cx="5422322" cy="0"/>
            </a:xfrm>
            <a:prstGeom prst="straightConnector1">
              <a:avLst/>
            </a:prstGeom>
            <a:noFill/>
            <a:ln cap="flat" cmpd="sng" w="38100">
              <a:solidFill>
                <a:srgbClr val="548135"/>
              </a:solidFill>
              <a:prstDash val="solid"/>
              <a:miter lim="800000"/>
              <a:headEnd len="sm" w="sm" type="none"/>
              <a:tailEnd len="sm" w="sm" type="none"/>
            </a:ln>
          </p:spPr>
        </p:cxnSp>
        <p:cxnSp>
          <p:nvCxnSpPr>
            <p:cNvPr id="116" name="Google Shape;116;p15"/>
            <p:cNvCxnSpPr/>
            <p:nvPr/>
          </p:nvCxnSpPr>
          <p:spPr>
            <a:xfrm>
              <a:off x="1085854" y="3440967"/>
              <a:ext cx="5339196" cy="0"/>
            </a:xfrm>
            <a:prstGeom prst="straightConnector1">
              <a:avLst/>
            </a:prstGeom>
            <a:noFill/>
            <a:ln cap="flat" cmpd="sng" w="38100">
              <a:solidFill>
                <a:srgbClr val="548135"/>
              </a:solidFill>
              <a:prstDash val="solid"/>
              <a:miter lim="800000"/>
              <a:headEnd len="sm" w="sm" type="none"/>
              <a:tailEnd len="sm" w="sm" type="none"/>
            </a:ln>
          </p:spPr>
        </p:cxnSp>
        <p:cxnSp>
          <p:nvCxnSpPr>
            <p:cNvPr id="117" name="Google Shape;117;p15"/>
            <p:cNvCxnSpPr/>
            <p:nvPr/>
          </p:nvCxnSpPr>
          <p:spPr>
            <a:xfrm>
              <a:off x="1085854" y="5196836"/>
              <a:ext cx="4566800" cy="0"/>
            </a:xfrm>
            <a:prstGeom prst="straightConnector1">
              <a:avLst/>
            </a:prstGeom>
            <a:noFill/>
            <a:ln cap="flat" cmpd="sng" w="38100">
              <a:solidFill>
                <a:srgbClr val="548135"/>
              </a:solidFill>
              <a:prstDash val="solid"/>
              <a:miter lim="800000"/>
              <a:headEnd len="sm" w="sm" type="none"/>
              <a:tailEnd len="sm" w="sm" type="none"/>
            </a:ln>
          </p:spPr>
        </p:cxnSp>
        <p:cxnSp>
          <p:nvCxnSpPr>
            <p:cNvPr id="118" name="Google Shape;118;p15"/>
            <p:cNvCxnSpPr/>
            <p:nvPr/>
          </p:nvCxnSpPr>
          <p:spPr>
            <a:xfrm>
              <a:off x="1070269" y="3420990"/>
              <a:ext cx="0" cy="1786237"/>
            </a:xfrm>
            <a:prstGeom prst="straightConnector1">
              <a:avLst/>
            </a:prstGeom>
            <a:noFill/>
            <a:ln cap="flat" cmpd="sng" w="38100">
              <a:solidFill>
                <a:srgbClr val="548135"/>
              </a:solidFill>
              <a:prstDash val="solid"/>
              <a:miter lim="800000"/>
              <a:headEnd len="sm" w="sm" type="none"/>
              <a:tailEnd len="sm" w="sm" type="none"/>
            </a:ln>
          </p:spPr>
        </p:cxnSp>
        <p:cxnSp>
          <p:nvCxnSpPr>
            <p:cNvPr id="119" name="Google Shape;119;p15"/>
            <p:cNvCxnSpPr/>
            <p:nvPr/>
          </p:nvCxnSpPr>
          <p:spPr>
            <a:xfrm>
              <a:off x="5652654" y="5185064"/>
              <a:ext cx="0" cy="487363"/>
            </a:xfrm>
            <a:prstGeom prst="straightConnector1">
              <a:avLst/>
            </a:prstGeom>
            <a:noFill/>
            <a:ln cap="flat" cmpd="sng" w="38100">
              <a:solidFill>
                <a:srgbClr val="548135"/>
              </a:solidFill>
              <a:prstDash val="solid"/>
              <a:miter lim="800000"/>
              <a:headEnd len="sm" w="sm" type="none"/>
              <a:tailEnd len="sm" w="sm" type="none"/>
            </a:ln>
          </p:spPr>
        </p:cxnSp>
        <p:cxnSp>
          <p:nvCxnSpPr>
            <p:cNvPr id="120" name="Google Shape;120;p15"/>
            <p:cNvCxnSpPr/>
            <p:nvPr/>
          </p:nvCxnSpPr>
          <p:spPr>
            <a:xfrm>
              <a:off x="6425051" y="3447167"/>
              <a:ext cx="0" cy="400849"/>
            </a:xfrm>
            <a:prstGeom prst="straightConnector1">
              <a:avLst/>
            </a:prstGeom>
            <a:noFill/>
            <a:ln cap="flat" cmpd="sng" w="38100">
              <a:solidFill>
                <a:srgbClr val="548135"/>
              </a:solidFill>
              <a:prstDash val="solid"/>
              <a:miter lim="800000"/>
              <a:headEnd len="sm" w="sm" type="none"/>
              <a:tailEnd len="sm" w="sm" type="none"/>
            </a:ln>
          </p:spPr>
        </p:cxnSp>
        <p:cxnSp>
          <p:nvCxnSpPr>
            <p:cNvPr id="121" name="Google Shape;121;p15"/>
            <p:cNvCxnSpPr/>
            <p:nvPr/>
          </p:nvCxnSpPr>
          <p:spPr>
            <a:xfrm>
              <a:off x="11831787" y="3848016"/>
              <a:ext cx="0" cy="1814020"/>
            </a:xfrm>
            <a:prstGeom prst="straightConnector1">
              <a:avLst/>
            </a:prstGeom>
            <a:noFill/>
            <a:ln cap="flat" cmpd="sng" w="38100">
              <a:solidFill>
                <a:srgbClr val="548135"/>
              </a:solidFill>
              <a:prstDash val="solid"/>
              <a:miter lim="800000"/>
              <a:headEnd len="sm" w="sm" type="none"/>
              <a:tailEnd len="sm" w="sm" type="none"/>
            </a:ln>
          </p:spPr>
        </p:cxnSp>
      </p:grpSp>
      <p:sp>
        <p:nvSpPr>
          <p:cNvPr id="122" name="Google Shape;122;p15"/>
          <p:cNvSpPr txBox="1"/>
          <p:nvPr/>
        </p:nvSpPr>
        <p:spPr>
          <a:xfrm>
            <a:off x="3169227" y="5365545"/>
            <a:ext cx="2088577" cy="461665"/>
          </a:xfrm>
          <a:prstGeom prst="rect">
            <a:avLst/>
          </a:prstGeom>
          <a:noFill/>
          <a:ln cap="flat" cmpd="sng" w="38100">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1" algn="ctr">
              <a:spcBef>
                <a:spcPts val="0"/>
              </a:spcBef>
              <a:spcAft>
                <a:spcPts val="0"/>
              </a:spcAft>
              <a:buNone/>
            </a:pPr>
            <a:r>
              <a:rPr lang="iw-IL" sz="2400">
                <a:solidFill>
                  <a:schemeClr val="dk1"/>
                </a:solidFill>
                <a:latin typeface="Narkisim"/>
                <a:ea typeface="Narkisim"/>
                <a:cs typeface="Narkisim"/>
                <a:sym typeface="Narkisim"/>
              </a:rPr>
              <a:t>טעם - סיבה</a:t>
            </a:r>
            <a:endParaRPr sz="2400">
              <a:solidFill>
                <a:schemeClr val="dk1"/>
              </a:solidFill>
              <a:latin typeface="Narkisim"/>
              <a:ea typeface="Narkisim"/>
              <a:cs typeface="Narkisim"/>
              <a:sym typeface="Narkisim"/>
            </a:endParaRPr>
          </a:p>
        </p:txBody>
      </p:sp>
      <p:pic>
        <p:nvPicPr>
          <p:cNvPr descr="http://upload.wikimedia.org/wikipedia/commons/a/a4/Menorah_0307.jpg" id="123" name="Google Shape;123;p15"/>
          <p:cNvPicPr preferRelativeResize="0"/>
          <p:nvPr/>
        </p:nvPicPr>
        <p:blipFill rotWithShape="1">
          <a:blip r:embed="rId3">
            <a:alphaModFix/>
          </a:blip>
          <a:srcRect b="0" l="0" r="0" t="0"/>
          <a:stretch/>
        </p:blipFill>
        <p:spPr>
          <a:xfrm flipH="1">
            <a:off x="914395" y="368780"/>
            <a:ext cx="1551715" cy="2194253"/>
          </a:xfrm>
          <a:prstGeom prst="rect">
            <a:avLst/>
          </a:prstGeom>
          <a:noFill/>
          <a:ln>
            <a:noFill/>
          </a:ln>
        </p:spPr>
      </p:pic>
      <p:pic>
        <p:nvPicPr>
          <p:cNvPr descr="http://www.fontype.co.il/wp-content/uploads/2013/11/E834-%D7%9B%D7%93-%D7%A9%D7%9E%D7%9F-2-%D7%AA%D7%A6%D7%95%D7%92%D7%94.jpg" id="124" name="Google Shape;124;p15"/>
          <p:cNvPicPr preferRelativeResize="0"/>
          <p:nvPr/>
        </p:nvPicPr>
        <p:blipFill rotWithShape="1">
          <a:blip r:embed="rId4">
            <a:alphaModFix/>
          </a:blip>
          <a:srcRect b="0" l="0" r="0" t="0"/>
          <a:stretch/>
        </p:blipFill>
        <p:spPr>
          <a:xfrm>
            <a:off x="10404766" y="238180"/>
            <a:ext cx="1306954" cy="1633693"/>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8"/>
                                        </p:tgtEl>
                                        <p:attrNameLst>
                                          <p:attrName>style.visibility</p:attrName>
                                        </p:attrNameLst>
                                      </p:cBhvr>
                                      <p:to>
                                        <p:strVal val="visible"/>
                                      </p:to>
                                    </p:set>
                                    <p:animEffect filter="fade" transition="in">
                                      <p:cBhvr>
                                        <p:cTn dur="2000"/>
                                        <p:tgtEl>
                                          <p:spTgt spid="9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9"/>
                                        </p:tgtEl>
                                        <p:attrNameLst>
                                          <p:attrName>style.visibility</p:attrName>
                                        </p:attrNameLst>
                                      </p:cBhvr>
                                      <p:to>
                                        <p:strVal val="visible"/>
                                      </p:to>
                                    </p:set>
                                    <p:animEffect filter="fade" transition="in">
                                      <p:cBhvr>
                                        <p:cTn dur="2000"/>
                                        <p:tgtEl>
                                          <p:spTgt spid="9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1"/>
                                        </p:tgtEl>
                                        <p:attrNameLst>
                                          <p:attrName>style.visibility</p:attrName>
                                        </p:attrNameLst>
                                      </p:cBhvr>
                                      <p:to>
                                        <p:strVal val="visible"/>
                                      </p:to>
                                    </p:set>
                                    <p:animEffect filter="fade" transition="in">
                                      <p:cBhvr>
                                        <p:cTn dur="2000"/>
                                        <p:tgtEl>
                                          <p:spTgt spid="111"/>
                                        </p:tgtEl>
                                      </p:cBhvr>
                                    </p:animEffect>
                                  </p:childTnLst>
                                </p:cTn>
                              </p:par>
                              <p:par>
                                <p:cTn fill="hold" nodeType="withEffect" presetClass="entr" presetID="10" presetSubtype="0">
                                  <p:stCondLst>
                                    <p:cond delay="0"/>
                                  </p:stCondLst>
                                  <p:childTnLst>
                                    <p:set>
                                      <p:cBhvr>
                                        <p:cTn dur="1" fill="hold">
                                          <p:stCondLst>
                                            <p:cond delay="0"/>
                                          </p:stCondLst>
                                        </p:cTn>
                                        <p:tgtEl>
                                          <p:spTgt spid="112"/>
                                        </p:tgtEl>
                                        <p:attrNameLst>
                                          <p:attrName>style.visibility</p:attrName>
                                        </p:attrNameLst>
                                      </p:cBhvr>
                                      <p:to>
                                        <p:strVal val="visible"/>
                                      </p:to>
                                    </p:set>
                                    <p:animEffect filter="fade" transition="in">
                                      <p:cBhvr>
                                        <p:cTn dur="2000"/>
                                        <p:tgtEl>
                                          <p:spTgt spid="11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0"/>
                                        </p:tgtEl>
                                        <p:attrNameLst>
                                          <p:attrName>style.visibility</p:attrName>
                                        </p:attrNameLst>
                                      </p:cBhvr>
                                      <p:to>
                                        <p:strVal val="visible"/>
                                      </p:to>
                                    </p:set>
                                    <p:animEffect filter="fade" transition="in">
                                      <p:cBhvr>
                                        <p:cTn dur="2000"/>
                                        <p:tgtEl>
                                          <p:spTgt spid="10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0"/>
                                        </p:tgtEl>
                                        <p:attrNameLst>
                                          <p:attrName>style.visibility</p:attrName>
                                        </p:attrNameLst>
                                      </p:cBhvr>
                                      <p:to>
                                        <p:strVal val="visible"/>
                                      </p:to>
                                    </p:set>
                                    <p:animEffect filter="fade" transition="in">
                                      <p:cBhvr>
                                        <p:cTn dur="2000"/>
                                        <p:tgtEl>
                                          <p:spTgt spid="11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3"/>
                                        </p:tgtEl>
                                        <p:attrNameLst>
                                          <p:attrName>style.visibility</p:attrName>
                                        </p:attrNameLst>
                                      </p:cBhvr>
                                      <p:to>
                                        <p:strVal val="visible"/>
                                      </p:to>
                                    </p:set>
                                    <p:animEffect filter="fade" transition="in">
                                      <p:cBhvr>
                                        <p:cTn dur="2000"/>
                                        <p:tgtEl>
                                          <p:spTgt spid="11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2"/>
                                        </p:tgtEl>
                                        <p:attrNameLst>
                                          <p:attrName>style.visibility</p:attrName>
                                        </p:attrNameLst>
                                      </p:cBhvr>
                                      <p:to>
                                        <p:strVal val="visible"/>
                                      </p:to>
                                    </p:set>
                                    <p:animEffect filter="fade" transition="in">
                                      <p:cBhvr>
                                        <p:cTn dur="2000"/>
                                        <p:tgtEl>
                                          <p:spTgt spid="12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16"/>
          <p:cNvSpPr txBox="1"/>
          <p:nvPr>
            <p:ph type="title"/>
          </p:nvPr>
        </p:nvSpPr>
        <p:spPr>
          <a:xfrm>
            <a:off x="6729846" y="344344"/>
            <a:ext cx="5306981" cy="1325563"/>
          </a:xfrm>
          <a:prstGeom prst="rect">
            <a:avLst/>
          </a:prstGeom>
          <a:noFill/>
          <a:ln>
            <a:noFill/>
          </a:ln>
        </p:spPr>
        <p:txBody>
          <a:bodyPr anchorCtr="0" anchor="ctr" bIns="45700" lIns="91425" spcFirstLastPara="1" rIns="91425" wrap="square" tIns="45700">
            <a:normAutofit fontScale="90000"/>
          </a:bodyPr>
          <a:lstStyle/>
          <a:p>
            <a:pPr indent="0" lvl="0" marL="0" rtl="1" algn="r">
              <a:lnSpc>
                <a:spcPct val="90000"/>
              </a:lnSpc>
              <a:spcBef>
                <a:spcPts val="0"/>
              </a:spcBef>
              <a:spcAft>
                <a:spcPts val="0"/>
              </a:spcAft>
              <a:buClr>
                <a:schemeClr val="dk1"/>
              </a:buClr>
              <a:buSzPct val="100000"/>
              <a:buFont typeface="Narkisim"/>
              <a:buNone/>
            </a:pPr>
            <a:r>
              <a:rPr lang="iw-IL" sz="3600">
                <a:latin typeface="Narkisim"/>
                <a:ea typeface="Narkisim"/>
                <a:cs typeface="Narkisim"/>
                <a:sym typeface="Narkisim"/>
              </a:rPr>
              <a:t>מסכת שבת דף כא עמוד ב' מספר הנרות שמדליקים בימי החנוכה.</a:t>
            </a:r>
            <a:endParaRPr sz="3600">
              <a:latin typeface="Narkisim"/>
              <a:ea typeface="Narkisim"/>
              <a:cs typeface="Narkisim"/>
              <a:sym typeface="Narkisim"/>
            </a:endParaRPr>
          </a:p>
        </p:txBody>
      </p:sp>
      <p:sp>
        <p:nvSpPr>
          <p:cNvPr id="130" name="Google Shape;130;p16"/>
          <p:cNvSpPr txBox="1"/>
          <p:nvPr>
            <p:ph idx="1" type="body"/>
          </p:nvPr>
        </p:nvSpPr>
        <p:spPr>
          <a:xfrm>
            <a:off x="6729846" y="1795729"/>
            <a:ext cx="4856018" cy="4351338"/>
          </a:xfrm>
          <a:prstGeom prst="rect">
            <a:avLst/>
          </a:prstGeom>
          <a:noFill/>
          <a:ln>
            <a:noFill/>
          </a:ln>
        </p:spPr>
        <p:txBody>
          <a:bodyPr anchorCtr="0" anchor="t" bIns="45700" lIns="91425" spcFirstLastPara="1" rIns="91425" wrap="square" tIns="45700">
            <a:normAutofit/>
          </a:bodyPr>
          <a:lstStyle/>
          <a:p>
            <a:pPr indent="-228600" lvl="0" marL="228600" rtl="1" algn="just">
              <a:lnSpc>
                <a:spcPct val="90000"/>
              </a:lnSpc>
              <a:spcBef>
                <a:spcPts val="0"/>
              </a:spcBef>
              <a:spcAft>
                <a:spcPts val="0"/>
              </a:spcAft>
              <a:buClr>
                <a:schemeClr val="dk1"/>
              </a:buClr>
              <a:buSzPts val="2800"/>
              <a:buChar char="•"/>
            </a:pPr>
            <a:r>
              <a:rPr lang="iw-IL">
                <a:latin typeface="Narkisim"/>
                <a:ea typeface="Narkisim"/>
                <a:cs typeface="Narkisim"/>
                <a:sym typeface="Narkisim"/>
              </a:rPr>
              <a:t>הברייתא שנלמד בשיעור מונה שלוש דרכים בהן ניתן לקיים את מצוות הדלקת נרות חנוכה:</a:t>
            </a:r>
            <a:endParaRPr/>
          </a:p>
          <a:p>
            <a:pPr indent="-514350" lvl="0" marL="514350" rtl="1" algn="just">
              <a:lnSpc>
                <a:spcPct val="90000"/>
              </a:lnSpc>
              <a:spcBef>
                <a:spcPts val="1000"/>
              </a:spcBef>
              <a:spcAft>
                <a:spcPts val="0"/>
              </a:spcAft>
              <a:buClr>
                <a:schemeClr val="dk1"/>
              </a:buClr>
              <a:buSzPts val="2800"/>
              <a:buFont typeface="Arial"/>
              <a:buAutoNum type="arabicPeriod"/>
            </a:pPr>
            <a:r>
              <a:rPr lang="iw-IL">
                <a:latin typeface="Narkisim"/>
                <a:ea typeface="Narkisim"/>
                <a:cs typeface="Narkisim"/>
                <a:sym typeface="Narkisim"/>
              </a:rPr>
              <a:t>לפי עיקר הדין.</a:t>
            </a:r>
            <a:endParaRPr/>
          </a:p>
          <a:p>
            <a:pPr indent="-514350" lvl="0" marL="514350" rtl="1" algn="just">
              <a:lnSpc>
                <a:spcPct val="90000"/>
              </a:lnSpc>
              <a:spcBef>
                <a:spcPts val="1000"/>
              </a:spcBef>
              <a:spcAft>
                <a:spcPts val="0"/>
              </a:spcAft>
              <a:buClr>
                <a:schemeClr val="dk1"/>
              </a:buClr>
              <a:buSzPts val="2800"/>
              <a:buFont typeface="Arial"/>
              <a:buAutoNum type="arabicPeriod"/>
            </a:pPr>
            <a:r>
              <a:rPr lang="iw-IL">
                <a:latin typeface="Narkisim"/>
                <a:ea typeface="Narkisim"/>
                <a:cs typeface="Narkisim"/>
                <a:sym typeface="Narkisim"/>
              </a:rPr>
              <a:t>בהידור</a:t>
            </a:r>
            <a:endParaRPr/>
          </a:p>
          <a:p>
            <a:pPr indent="-514350" lvl="0" marL="514350" rtl="1" algn="just">
              <a:lnSpc>
                <a:spcPct val="90000"/>
              </a:lnSpc>
              <a:spcBef>
                <a:spcPts val="1000"/>
              </a:spcBef>
              <a:spcAft>
                <a:spcPts val="0"/>
              </a:spcAft>
              <a:buClr>
                <a:schemeClr val="dk1"/>
              </a:buClr>
              <a:buSzPts val="2800"/>
              <a:buFont typeface="Arial"/>
              <a:buAutoNum type="arabicPeriod"/>
            </a:pPr>
            <a:r>
              <a:rPr lang="iw-IL">
                <a:latin typeface="Narkisim"/>
                <a:ea typeface="Narkisim"/>
                <a:cs typeface="Narkisim"/>
                <a:sym typeface="Narkisim"/>
              </a:rPr>
              <a:t>בהידור רב.</a:t>
            </a:r>
            <a:endParaRPr>
              <a:latin typeface="Narkisim"/>
              <a:ea typeface="Narkisim"/>
              <a:cs typeface="Narkisim"/>
              <a:sym typeface="Narkisim"/>
            </a:endParaRPr>
          </a:p>
        </p:txBody>
      </p:sp>
      <p:pic>
        <p:nvPicPr>
          <p:cNvPr descr="http://www.hashefa.co.il/sysvault/docsfiles12/cd634915930304842661.jpg" id="131" name="Google Shape;131;p16"/>
          <p:cNvPicPr preferRelativeResize="0"/>
          <p:nvPr/>
        </p:nvPicPr>
        <p:blipFill rotWithShape="1">
          <a:blip r:embed="rId3">
            <a:alphaModFix/>
          </a:blip>
          <a:srcRect b="30122" l="1314" r="3054" t="2338"/>
          <a:stretch/>
        </p:blipFill>
        <p:spPr>
          <a:xfrm>
            <a:off x="256309" y="218522"/>
            <a:ext cx="6235237" cy="6358923"/>
          </a:xfrm>
          <a:prstGeom prst="rect">
            <a:avLst/>
          </a:prstGeom>
          <a:noFill/>
          <a:ln cap="sq" cmpd="sng" w="38100">
            <a:solidFill>
              <a:srgbClr val="000000"/>
            </a:solidFill>
            <a:prstDash val="solid"/>
            <a:miter lim="800000"/>
            <a:headEnd len="sm" w="sm" type="none"/>
            <a:tailEnd len="sm" w="sm" type="none"/>
          </a:ln>
          <a:effectLst>
            <a:outerShdw blurRad="50800" rotWithShape="0" algn="tl" dir="2700000" dist="38100">
              <a:srgbClr val="000000">
                <a:alpha val="42745"/>
              </a:srgbClr>
            </a:outerShdw>
          </a:effectLst>
        </p:spPr>
      </p:pic>
      <p:sp>
        <p:nvSpPr>
          <p:cNvPr id="132" name="Google Shape;132;p16"/>
          <p:cNvSpPr/>
          <p:nvPr/>
        </p:nvSpPr>
        <p:spPr>
          <a:xfrm>
            <a:off x="1589809" y="3719945"/>
            <a:ext cx="2608118" cy="1381991"/>
          </a:xfrm>
          <a:prstGeom prst="rect">
            <a:avLst/>
          </a:prstGeom>
          <a:noFill/>
          <a:ln cap="flat" cmpd="sng" w="28575">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1"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descr="http://blog.tapuz.co.il/makemyday/images/%7B72D7B64E-3A13-4B04-827E-D1E261943B91%7D.jpg" id="133" name="Google Shape;133;p16"/>
          <p:cNvPicPr preferRelativeResize="0"/>
          <p:nvPr/>
        </p:nvPicPr>
        <p:blipFill rotWithShape="1">
          <a:blip r:embed="rId4">
            <a:alphaModFix/>
          </a:blip>
          <a:srcRect b="0" l="0" r="0" t="0"/>
          <a:stretch/>
        </p:blipFill>
        <p:spPr>
          <a:xfrm>
            <a:off x="8146474" y="4680911"/>
            <a:ext cx="2246745" cy="1896534"/>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1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1" algn="ctr">
              <a:lnSpc>
                <a:spcPct val="90000"/>
              </a:lnSpc>
              <a:spcBef>
                <a:spcPts val="0"/>
              </a:spcBef>
              <a:spcAft>
                <a:spcPts val="0"/>
              </a:spcAft>
              <a:buClr>
                <a:schemeClr val="dk1"/>
              </a:buClr>
              <a:buSzPts val="4400"/>
              <a:buFont typeface="Narkisim"/>
              <a:buNone/>
            </a:pPr>
            <a:r>
              <a:rPr lang="iw-IL">
                <a:latin typeface="Narkisim"/>
                <a:ea typeface="Narkisim"/>
                <a:cs typeface="Narkisim"/>
                <a:sym typeface="Narkisim"/>
              </a:rPr>
              <a:t>מסכת שבת דף כא עמוד ב'</a:t>
            </a:r>
            <a:endParaRPr/>
          </a:p>
        </p:txBody>
      </p:sp>
      <p:sp>
        <p:nvSpPr>
          <p:cNvPr id="139" name="Google Shape;139;p17"/>
          <p:cNvSpPr txBox="1"/>
          <p:nvPr>
            <p:ph idx="1" type="body"/>
          </p:nvPr>
        </p:nvSpPr>
        <p:spPr>
          <a:xfrm>
            <a:off x="838200" y="1433944"/>
            <a:ext cx="10515600" cy="5122719"/>
          </a:xfrm>
          <a:prstGeom prst="rect">
            <a:avLst/>
          </a:prstGeom>
          <a:noFill/>
          <a:ln>
            <a:noFill/>
          </a:ln>
        </p:spPr>
        <p:txBody>
          <a:bodyPr anchorCtr="0" anchor="t" bIns="45700" lIns="91425" spcFirstLastPara="1" rIns="91425" wrap="square" tIns="45700">
            <a:normAutofit/>
          </a:bodyPr>
          <a:lstStyle/>
          <a:p>
            <a:pPr indent="0" lvl="0" marL="0" rtl="1" algn="r">
              <a:lnSpc>
                <a:spcPct val="90000"/>
              </a:lnSpc>
              <a:spcBef>
                <a:spcPts val="0"/>
              </a:spcBef>
              <a:spcAft>
                <a:spcPts val="0"/>
              </a:spcAft>
              <a:buClr>
                <a:schemeClr val="dk1"/>
              </a:buClr>
              <a:buSzPts val="3600"/>
              <a:buNone/>
            </a:pPr>
            <a:r>
              <a:rPr lang="iw-IL" sz="3600">
                <a:latin typeface="Narkisim"/>
                <a:ea typeface="Narkisim"/>
                <a:cs typeface="Narkisim"/>
                <a:sym typeface="Narkisim"/>
              </a:rPr>
              <a:t>תנו רבנן:</a:t>
            </a:r>
            <a:endParaRPr/>
          </a:p>
          <a:p>
            <a:pPr indent="0" lvl="0" marL="0" rtl="1" algn="r">
              <a:lnSpc>
                <a:spcPct val="90000"/>
              </a:lnSpc>
              <a:spcBef>
                <a:spcPts val="1000"/>
              </a:spcBef>
              <a:spcAft>
                <a:spcPts val="0"/>
              </a:spcAft>
              <a:buClr>
                <a:schemeClr val="dk1"/>
              </a:buClr>
              <a:buSzPts val="3600"/>
              <a:buNone/>
            </a:pPr>
            <a:r>
              <a:rPr lang="iw-IL" sz="3600">
                <a:latin typeface="Narkisim"/>
                <a:ea typeface="Narkisim"/>
                <a:cs typeface="Narkisim"/>
                <a:sym typeface="Narkisim"/>
              </a:rPr>
              <a:t>מצות חנוכה  נר איש וביתו</a:t>
            </a:r>
            <a:endParaRPr/>
          </a:p>
          <a:p>
            <a:pPr indent="0" lvl="0" marL="0" rtl="1" algn="r">
              <a:lnSpc>
                <a:spcPct val="90000"/>
              </a:lnSpc>
              <a:spcBef>
                <a:spcPts val="1000"/>
              </a:spcBef>
              <a:spcAft>
                <a:spcPts val="0"/>
              </a:spcAft>
              <a:buClr>
                <a:schemeClr val="dk1"/>
              </a:buClr>
              <a:buSzPts val="3600"/>
              <a:buNone/>
            </a:pPr>
            <a:r>
              <a:rPr lang="iw-IL" sz="3600">
                <a:latin typeface="Narkisim"/>
                <a:ea typeface="Narkisim"/>
                <a:cs typeface="Narkisim"/>
                <a:sym typeface="Narkisim"/>
              </a:rPr>
              <a:t>והמהדרין נר לכל אחד ואחד </a:t>
            </a:r>
            <a:endParaRPr sz="3600">
              <a:latin typeface="Narkisim"/>
              <a:ea typeface="Narkisim"/>
              <a:cs typeface="Narkisim"/>
              <a:sym typeface="Narkisim"/>
            </a:endParaRPr>
          </a:p>
          <a:p>
            <a:pPr indent="0" lvl="0" marL="0" rtl="1" algn="r">
              <a:lnSpc>
                <a:spcPct val="90000"/>
              </a:lnSpc>
              <a:spcBef>
                <a:spcPts val="1000"/>
              </a:spcBef>
              <a:spcAft>
                <a:spcPts val="0"/>
              </a:spcAft>
              <a:buClr>
                <a:schemeClr val="dk1"/>
              </a:buClr>
              <a:buSzPts val="3600"/>
              <a:buNone/>
            </a:pPr>
            <a:r>
              <a:rPr lang="iw-IL" sz="3600">
                <a:latin typeface="Narkisim"/>
                <a:ea typeface="Narkisim"/>
                <a:cs typeface="Narkisim"/>
                <a:sym typeface="Narkisim"/>
              </a:rPr>
              <a:t>והמהדרין מן המהדרין </a:t>
            </a:r>
            <a:endParaRPr sz="3600">
              <a:latin typeface="Narkisim"/>
              <a:ea typeface="Narkisim"/>
              <a:cs typeface="Narkisim"/>
              <a:sym typeface="Narkisim"/>
            </a:endParaRPr>
          </a:p>
          <a:p>
            <a:pPr indent="0" lvl="0" marL="0" rtl="1" algn="r">
              <a:lnSpc>
                <a:spcPct val="90000"/>
              </a:lnSpc>
              <a:spcBef>
                <a:spcPts val="1000"/>
              </a:spcBef>
              <a:spcAft>
                <a:spcPts val="0"/>
              </a:spcAft>
              <a:buClr>
                <a:schemeClr val="dk1"/>
              </a:buClr>
              <a:buSzPts val="3600"/>
              <a:buNone/>
            </a:pPr>
            <a:r>
              <a:rPr lang="iw-IL" sz="3600">
                <a:latin typeface="Narkisim"/>
                <a:ea typeface="Narkisim"/>
                <a:cs typeface="Narkisim"/>
                <a:sym typeface="Narkisim"/>
              </a:rPr>
              <a:t>בית שמאי אומרים: יום ראשון מדליק שמונה, </a:t>
            </a:r>
            <a:endParaRPr/>
          </a:p>
          <a:p>
            <a:pPr indent="0" lvl="0" marL="0" rtl="1" algn="r">
              <a:lnSpc>
                <a:spcPct val="90000"/>
              </a:lnSpc>
              <a:spcBef>
                <a:spcPts val="1000"/>
              </a:spcBef>
              <a:spcAft>
                <a:spcPts val="0"/>
              </a:spcAft>
              <a:buClr>
                <a:schemeClr val="dk1"/>
              </a:buClr>
              <a:buSzPts val="3600"/>
              <a:buNone/>
            </a:pPr>
            <a:r>
              <a:rPr lang="iw-IL" sz="3600">
                <a:latin typeface="Narkisim"/>
                <a:ea typeface="Narkisim"/>
                <a:cs typeface="Narkisim"/>
                <a:sym typeface="Narkisim"/>
              </a:rPr>
              <a:t>מכאן ואילך פוחת והולך. </a:t>
            </a:r>
            <a:endParaRPr/>
          </a:p>
          <a:p>
            <a:pPr indent="0" lvl="0" marL="0" rtl="1" algn="r">
              <a:lnSpc>
                <a:spcPct val="90000"/>
              </a:lnSpc>
              <a:spcBef>
                <a:spcPts val="1000"/>
              </a:spcBef>
              <a:spcAft>
                <a:spcPts val="0"/>
              </a:spcAft>
              <a:buClr>
                <a:schemeClr val="dk1"/>
              </a:buClr>
              <a:buSzPts val="3600"/>
              <a:buNone/>
            </a:pPr>
            <a:r>
              <a:rPr lang="iw-IL" sz="3600">
                <a:latin typeface="Narkisim"/>
                <a:ea typeface="Narkisim"/>
                <a:cs typeface="Narkisim"/>
                <a:sym typeface="Narkisim"/>
              </a:rPr>
              <a:t>ובית הלל אומרים: יום ראשון מדליק אחת, </a:t>
            </a:r>
            <a:endParaRPr/>
          </a:p>
          <a:p>
            <a:pPr indent="0" lvl="0" marL="0" rtl="1" algn="r">
              <a:lnSpc>
                <a:spcPct val="90000"/>
              </a:lnSpc>
              <a:spcBef>
                <a:spcPts val="1000"/>
              </a:spcBef>
              <a:spcAft>
                <a:spcPts val="0"/>
              </a:spcAft>
              <a:buClr>
                <a:schemeClr val="dk1"/>
              </a:buClr>
              <a:buSzPts val="3600"/>
              <a:buNone/>
            </a:pPr>
            <a:r>
              <a:rPr lang="iw-IL" sz="3600">
                <a:latin typeface="Narkisim"/>
                <a:ea typeface="Narkisim"/>
                <a:cs typeface="Narkisim"/>
                <a:sym typeface="Narkisim"/>
              </a:rPr>
              <a:t>מכאן ואילך מוסיף והולך.</a:t>
            </a:r>
            <a:endParaRPr sz="3600">
              <a:latin typeface="Narkisim"/>
              <a:ea typeface="Narkisim"/>
              <a:cs typeface="Narkisim"/>
              <a:sym typeface="Narkisim"/>
            </a:endParaRPr>
          </a:p>
        </p:txBody>
      </p:sp>
      <p:sp>
        <p:nvSpPr>
          <p:cNvPr id="140" name="Google Shape;140;p17"/>
          <p:cNvSpPr/>
          <p:nvPr/>
        </p:nvSpPr>
        <p:spPr>
          <a:xfrm>
            <a:off x="6567056" y="2109355"/>
            <a:ext cx="2473035" cy="467590"/>
          </a:xfrm>
          <a:prstGeom prst="rect">
            <a:avLst/>
          </a:prstGeom>
          <a:noFill/>
          <a:ln cap="flat" cmpd="sng" w="381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1"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1" name="Google Shape;141;p17"/>
          <p:cNvSpPr/>
          <p:nvPr/>
        </p:nvSpPr>
        <p:spPr>
          <a:xfrm>
            <a:off x="6567054" y="2738725"/>
            <a:ext cx="4786745" cy="467590"/>
          </a:xfrm>
          <a:prstGeom prst="rect">
            <a:avLst/>
          </a:prstGeom>
          <a:noFill/>
          <a:ln cap="flat" cmpd="sng" w="381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1"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2" name="Google Shape;142;p17"/>
          <p:cNvSpPr/>
          <p:nvPr/>
        </p:nvSpPr>
        <p:spPr>
          <a:xfrm>
            <a:off x="6567054" y="3368095"/>
            <a:ext cx="4786745" cy="467590"/>
          </a:xfrm>
          <a:prstGeom prst="rect">
            <a:avLst/>
          </a:prstGeom>
          <a:noFill/>
          <a:ln cap="flat" cmpd="sng" w="381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1"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3" name="Google Shape;143;p17"/>
          <p:cNvSpPr/>
          <p:nvPr/>
        </p:nvSpPr>
        <p:spPr>
          <a:xfrm>
            <a:off x="3162305" y="3851280"/>
            <a:ext cx="436422" cy="2539130"/>
          </a:xfrm>
          <a:prstGeom prst="leftBrace">
            <a:avLst>
              <a:gd fmla="val 49842" name="adj1"/>
              <a:gd fmla="val 51624" name="adj2"/>
            </a:avLst>
          </a:prstGeom>
          <a:noFill/>
          <a:ln cap="flat" cmpd="sng" w="381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1"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44" name="Google Shape;144;p17"/>
          <p:cNvSpPr txBox="1"/>
          <p:nvPr/>
        </p:nvSpPr>
        <p:spPr>
          <a:xfrm>
            <a:off x="1007918" y="4910794"/>
            <a:ext cx="1816693" cy="461665"/>
          </a:xfrm>
          <a:prstGeom prst="rect">
            <a:avLst/>
          </a:prstGeom>
          <a:noFill/>
          <a:ln cap="flat" cmpd="sng" w="38100">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1" algn="ctr">
              <a:spcBef>
                <a:spcPts val="0"/>
              </a:spcBef>
              <a:spcAft>
                <a:spcPts val="0"/>
              </a:spcAft>
              <a:buNone/>
            </a:pPr>
            <a:r>
              <a:rPr lang="iw-IL" sz="2400">
                <a:solidFill>
                  <a:schemeClr val="dk1"/>
                </a:solidFill>
                <a:latin typeface="Narkisim"/>
                <a:ea typeface="Narkisim"/>
                <a:cs typeface="Narkisim"/>
                <a:sym typeface="Narkisim"/>
              </a:rPr>
              <a:t>מחלוקת</a:t>
            </a:r>
            <a:endParaRPr sz="2400">
              <a:solidFill>
                <a:schemeClr val="dk1"/>
              </a:solidFill>
              <a:latin typeface="Narkisim"/>
              <a:ea typeface="Narkisim"/>
              <a:cs typeface="Narkisim"/>
              <a:sym typeface="Narkisim"/>
            </a:endParaRPr>
          </a:p>
        </p:txBody>
      </p:sp>
      <p:sp>
        <p:nvSpPr>
          <p:cNvPr id="145" name="Google Shape;145;p17"/>
          <p:cNvSpPr/>
          <p:nvPr/>
        </p:nvSpPr>
        <p:spPr>
          <a:xfrm>
            <a:off x="3782291" y="3905465"/>
            <a:ext cx="7571507" cy="1175690"/>
          </a:xfrm>
          <a:prstGeom prst="rect">
            <a:avLst/>
          </a:prstGeom>
          <a:noFill/>
          <a:ln cap="flat" cmpd="sng" w="38100">
            <a:solidFill>
              <a:srgbClr val="54813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1"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6" name="Google Shape;146;p17"/>
          <p:cNvSpPr/>
          <p:nvPr/>
        </p:nvSpPr>
        <p:spPr>
          <a:xfrm>
            <a:off x="3782291" y="5150935"/>
            <a:ext cx="7571507" cy="1175690"/>
          </a:xfrm>
          <a:prstGeom prst="rect">
            <a:avLst/>
          </a:prstGeom>
          <a:noFill/>
          <a:ln cap="flat" cmpd="sng" w="38100">
            <a:solidFill>
              <a:srgbClr val="7030A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1"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7" name="Google Shape;147;p17"/>
          <p:cNvSpPr/>
          <p:nvPr/>
        </p:nvSpPr>
        <p:spPr>
          <a:xfrm>
            <a:off x="9195955" y="2102607"/>
            <a:ext cx="2157844" cy="467590"/>
          </a:xfrm>
          <a:prstGeom prst="rect">
            <a:avLst/>
          </a:prstGeom>
          <a:noFill/>
          <a:ln cap="flat" cmpd="sng" w="38100">
            <a:solidFill>
              <a:srgbClr val="2E7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1"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8" name="Google Shape;148;p17"/>
          <p:cNvSpPr txBox="1"/>
          <p:nvPr/>
        </p:nvSpPr>
        <p:spPr>
          <a:xfrm>
            <a:off x="4506190" y="2102607"/>
            <a:ext cx="1816693" cy="461665"/>
          </a:xfrm>
          <a:prstGeom prst="rect">
            <a:avLst/>
          </a:prstGeom>
          <a:noFill/>
          <a:ln cap="flat" cmpd="sng" w="38100">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1" algn="ctr">
              <a:spcBef>
                <a:spcPts val="0"/>
              </a:spcBef>
              <a:spcAft>
                <a:spcPts val="0"/>
              </a:spcAft>
              <a:buNone/>
            </a:pPr>
            <a:r>
              <a:rPr lang="iw-IL" sz="2400">
                <a:solidFill>
                  <a:schemeClr val="dk1"/>
                </a:solidFill>
                <a:latin typeface="Narkisim"/>
                <a:ea typeface="Narkisim"/>
                <a:cs typeface="Narkisim"/>
                <a:sym typeface="Narkisim"/>
              </a:rPr>
              <a:t>אפשרות א'</a:t>
            </a:r>
            <a:endParaRPr sz="2400">
              <a:solidFill>
                <a:schemeClr val="dk1"/>
              </a:solidFill>
              <a:latin typeface="Narkisim"/>
              <a:ea typeface="Narkisim"/>
              <a:cs typeface="Narkisim"/>
              <a:sym typeface="Narkisim"/>
            </a:endParaRPr>
          </a:p>
        </p:txBody>
      </p:sp>
      <p:sp>
        <p:nvSpPr>
          <p:cNvPr id="149" name="Google Shape;149;p17"/>
          <p:cNvSpPr txBox="1"/>
          <p:nvPr/>
        </p:nvSpPr>
        <p:spPr>
          <a:xfrm>
            <a:off x="4506190" y="2744650"/>
            <a:ext cx="1816693" cy="461665"/>
          </a:xfrm>
          <a:prstGeom prst="rect">
            <a:avLst/>
          </a:prstGeom>
          <a:noFill/>
          <a:ln cap="flat" cmpd="sng" w="38100">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1" algn="ctr">
              <a:spcBef>
                <a:spcPts val="0"/>
              </a:spcBef>
              <a:spcAft>
                <a:spcPts val="0"/>
              </a:spcAft>
              <a:buNone/>
            </a:pPr>
            <a:r>
              <a:rPr lang="iw-IL" sz="2400">
                <a:solidFill>
                  <a:schemeClr val="dk1"/>
                </a:solidFill>
                <a:latin typeface="Narkisim"/>
                <a:ea typeface="Narkisim"/>
                <a:cs typeface="Narkisim"/>
                <a:sym typeface="Narkisim"/>
              </a:rPr>
              <a:t>אפשרות ב'</a:t>
            </a:r>
            <a:endParaRPr sz="2400">
              <a:solidFill>
                <a:schemeClr val="dk1"/>
              </a:solidFill>
              <a:latin typeface="Narkisim"/>
              <a:ea typeface="Narkisim"/>
              <a:cs typeface="Narkisim"/>
              <a:sym typeface="Narkisim"/>
            </a:endParaRPr>
          </a:p>
        </p:txBody>
      </p:sp>
      <p:sp>
        <p:nvSpPr>
          <p:cNvPr id="150" name="Google Shape;150;p17"/>
          <p:cNvSpPr txBox="1"/>
          <p:nvPr/>
        </p:nvSpPr>
        <p:spPr>
          <a:xfrm>
            <a:off x="4506189" y="3368095"/>
            <a:ext cx="1816693" cy="461665"/>
          </a:xfrm>
          <a:prstGeom prst="rect">
            <a:avLst/>
          </a:prstGeom>
          <a:noFill/>
          <a:ln cap="flat" cmpd="sng" w="38100">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1" algn="ctr">
              <a:spcBef>
                <a:spcPts val="0"/>
              </a:spcBef>
              <a:spcAft>
                <a:spcPts val="0"/>
              </a:spcAft>
              <a:buNone/>
            </a:pPr>
            <a:r>
              <a:rPr lang="iw-IL" sz="2400">
                <a:solidFill>
                  <a:schemeClr val="dk1"/>
                </a:solidFill>
                <a:latin typeface="Narkisim"/>
                <a:ea typeface="Narkisim"/>
                <a:cs typeface="Narkisim"/>
                <a:sym typeface="Narkisim"/>
              </a:rPr>
              <a:t>אפשרות ג'</a:t>
            </a:r>
            <a:endParaRPr sz="2400">
              <a:solidFill>
                <a:schemeClr val="dk1"/>
              </a:solidFill>
              <a:latin typeface="Narkisim"/>
              <a:ea typeface="Narkisim"/>
              <a:cs typeface="Narkisim"/>
              <a:sym typeface="Narkisim"/>
            </a:endParaRPr>
          </a:p>
        </p:txBody>
      </p:sp>
      <p:grpSp>
        <p:nvGrpSpPr>
          <p:cNvPr id="151" name="Google Shape;151;p17"/>
          <p:cNvGrpSpPr/>
          <p:nvPr/>
        </p:nvGrpSpPr>
        <p:grpSpPr>
          <a:xfrm>
            <a:off x="10121736" y="550718"/>
            <a:ext cx="1733549" cy="856805"/>
            <a:chOff x="10099964" y="550718"/>
            <a:chExt cx="1733549" cy="856805"/>
          </a:xfrm>
        </p:grpSpPr>
        <p:sp>
          <p:nvSpPr>
            <p:cNvPr id="152" name="Google Shape;152;p17"/>
            <p:cNvSpPr txBox="1"/>
            <p:nvPr/>
          </p:nvSpPr>
          <p:spPr>
            <a:xfrm>
              <a:off x="10099964" y="559212"/>
              <a:ext cx="1733549" cy="830997"/>
            </a:xfrm>
            <a:prstGeom prst="rect">
              <a:avLst/>
            </a:prstGeom>
            <a:noFill/>
            <a:ln>
              <a:noFill/>
            </a:ln>
          </p:spPr>
          <p:txBody>
            <a:bodyPr anchorCtr="0" anchor="t" bIns="45700" lIns="91425" spcFirstLastPara="1" rIns="91425" wrap="square" tIns="45700">
              <a:spAutoFit/>
            </a:bodyPr>
            <a:lstStyle/>
            <a:p>
              <a:pPr indent="0" lvl="0" marL="0" marR="0" rtl="1" algn="ctr">
                <a:spcBef>
                  <a:spcPts val="0"/>
                </a:spcBef>
                <a:spcAft>
                  <a:spcPts val="0"/>
                </a:spcAft>
                <a:buNone/>
              </a:pPr>
              <a:r>
                <a:rPr lang="iw-IL" sz="2400">
                  <a:solidFill>
                    <a:schemeClr val="dk1"/>
                  </a:solidFill>
                  <a:latin typeface="Narkisim"/>
                  <a:ea typeface="Narkisim"/>
                  <a:cs typeface="Narkisim"/>
                  <a:sym typeface="Narkisim"/>
                </a:rPr>
                <a:t>נושא המשנה - כותרת </a:t>
              </a:r>
              <a:endParaRPr sz="2400">
                <a:solidFill>
                  <a:schemeClr val="dk1"/>
                </a:solidFill>
                <a:latin typeface="Narkisim"/>
                <a:ea typeface="Narkisim"/>
                <a:cs typeface="Narkisim"/>
                <a:sym typeface="Narkisim"/>
              </a:endParaRPr>
            </a:p>
          </p:txBody>
        </p:sp>
        <p:sp>
          <p:nvSpPr>
            <p:cNvPr id="153" name="Google Shape;153;p17"/>
            <p:cNvSpPr/>
            <p:nvPr/>
          </p:nvSpPr>
          <p:spPr>
            <a:xfrm flipH="1" rot="5400000">
              <a:off x="10538336" y="112346"/>
              <a:ext cx="856805" cy="1733549"/>
            </a:xfrm>
            <a:custGeom>
              <a:rect b="b" l="l" r="r" t="t"/>
              <a:pathLst>
                <a:path extrusionOk="0" h="120000" w="120000">
                  <a:moveTo>
                    <a:pt x="0" y="0"/>
                  </a:moveTo>
                  <a:lnTo>
                    <a:pt x="120000" y="0"/>
                  </a:lnTo>
                  <a:lnTo>
                    <a:pt x="120000" y="120000"/>
                  </a:lnTo>
                  <a:lnTo>
                    <a:pt x="0" y="120000"/>
                  </a:lnTo>
                  <a:close/>
                </a:path>
                <a:path extrusionOk="0" fill="none" h="120000" w="120000">
                  <a:moveTo>
                    <a:pt x="-1200" y="22500"/>
                  </a:moveTo>
                  <a:lnTo>
                    <a:pt x="-20000" y="22500"/>
                  </a:lnTo>
                  <a:lnTo>
                    <a:pt x="-121913" y="34999"/>
                  </a:lnTo>
                </a:path>
              </a:pathLst>
            </a:custGeom>
            <a:noFill/>
            <a:ln cap="flat" cmpd="sng" w="38100">
              <a:solidFill>
                <a:srgbClr val="0070C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1" algn="ctr">
                <a:spcBef>
                  <a:spcPts val="0"/>
                </a:spcBef>
                <a:spcAft>
                  <a:spcPts val="0"/>
                </a:spcAft>
                <a:buNone/>
              </a:pPr>
              <a:r>
                <a:t/>
              </a:r>
              <a:endParaRPr sz="1800">
                <a:solidFill>
                  <a:schemeClr val="lt1"/>
                </a:solidFill>
                <a:latin typeface="Calibri"/>
                <a:ea typeface="Calibri"/>
                <a:cs typeface="Calibri"/>
                <a:sym typeface="Calibri"/>
              </a:endParaRPr>
            </a:p>
          </p:txBody>
        </p:sp>
      </p:grpSp>
      <p:pic>
        <p:nvPicPr>
          <p:cNvPr descr="http://images1.ynet.co.il/PicServer3/2012/12/16/4338238/1_wa.jpg" id="154" name="Google Shape;154;p17"/>
          <p:cNvPicPr preferRelativeResize="0"/>
          <p:nvPr/>
        </p:nvPicPr>
        <p:blipFill rotWithShape="1">
          <a:blip r:embed="rId3">
            <a:alphaModFix/>
          </a:blip>
          <a:srcRect b="0" l="0" r="0" t="0"/>
          <a:stretch/>
        </p:blipFill>
        <p:spPr>
          <a:xfrm>
            <a:off x="540321" y="1433944"/>
            <a:ext cx="3162305" cy="1991943"/>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7"/>
                                        </p:tgtEl>
                                        <p:attrNameLst>
                                          <p:attrName>style.visibility</p:attrName>
                                        </p:attrNameLst>
                                      </p:cBhvr>
                                      <p:to>
                                        <p:strVal val="visible"/>
                                      </p:to>
                                    </p:set>
                                    <p:animEffect filter="fade" transition="in">
                                      <p:cBhvr>
                                        <p:cTn dur="2000"/>
                                        <p:tgtEl>
                                          <p:spTgt spid="14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1"/>
                                        </p:tgtEl>
                                        <p:attrNameLst>
                                          <p:attrName>style.visibility</p:attrName>
                                        </p:attrNameLst>
                                      </p:cBhvr>
                                      <p:to>
                                        <p:strVal val="visible"/>
                                      </p:to>
                                    </p:set>
                                    <p:animEffect filter="fade" transition="in">
                                      <p:cBhvr>
                                        <p:cTn dur="2000"/>
                                        <p:tgtEl>
                                          <p:spTgt spid="15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0"/>
                                        </p:tgtEl>
                                        <p:attrNameLst>
                                          <p:attrName>style.visibility</p:attrName>
                                        </p:attrNameLst>
                                      </p:cBhvr>
                                      <p:to>
                                        <p:strVal val="visible"/>
                                      </p:to>
                                    </p:set>
                                    <p:animEffect filter="fade" transition="in">
                                      <p:cBhvr>
                                        <p:cTn dur="2000"/>
                                        <p:tgtEl>
                                          <p:spTgt spid="14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8"/>
                                        </p:tgtEl>
                                        <p:attrNameLst>
                                          <p:attrName>style.visibility</p:attrName>
                                        </p:attrNameLst>
                                      </p:cBhvr>
                                      <p:to>
                                        <p:strVal val="visible"/>
                                      </p:to>
                                    </p:set>
                                    <p:animEffect filter="fade" transition="in">
                                      <p:cBhvr>
                                        <p:cTn dur="2000"/>
                                        <p:tgtEl>
                                          <p:spTgt spid="14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1"/>
                                        </p:tgtEl>
                                        <p:attrNameLst>
                                          <p:attrName>style.visibility</p:attrName>
                                        </p:attrNameLst>
                                      </p:cBhvr>
                                      <p:to>
                                        <p:strVal val="visible"/>
                                      </p:to>
                                    </p:set>
                                    <p:animEffect filter="fade" transition="in">
                                      <p:cBhvr>
                                        <p:cTn dur="2000"/>
                                        <p:tgtEl>
                                          <p:spTgt spid="14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9"/>
                                        </p:tgtEl>
                                        <p:attrNameLst>
                                          <p:attrName>style.visibility</p:attrName>
                                        </p:attrNameLst>
                                      </p:cBhvr>
                                      <p:to>
                                        <p:strVal val="visible"/>
                                      </p:to>
                                    </p:set>
                                    <p:animEffect filter="fade" transition="in">
                                      <p:cBhvr>
                                        <p:cTn dur="2000"/>
                                        <p:tgtEl>
                                          <p:spTgt spid="14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2"/>
                                        </p:tgtEl>
                                        <p:attrNameLst>
                                          <p:attrName>style.visibility</p:attrName>
                                        </p:attrNameLst>
                                      </p:cBhvr>
                                      <p:to>
                                        <p:strVal val="visible"/>
                                      </p:to>
                                    </p:set>
                                    <p:animEffect filter="fade" transition="in">
                                      <p:cBhvr>
                                        <p:cTn dur="2000"/>
                                        <p:tgtEl>
                                          <p:spTgt spid="14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0"/>
                                        </p:tgtEl>
                                        <p:attrNameLst>
                                          <p:attrName>style.visibility</p:attrName>
                                        </p:attrNameLst>
                                      </p:cBhvr>
                                      <p:to>
                                        <p:strVal val="visible"/>
                                      </p:to>
                                    </p:set>
                                    <p:animEffect filter="fade" transition="in">
                                      <p:cBhvr>
                                        <p:cTn dur="2000"/>
                                        <p:tgtEl>
                                          <p:spTgt spid="15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3"/>
                                        </p:tgtEl>
                                        <p:attrNameLst>
                                          <p:attrName>style.visibility</p:attrName>
                                        </p:attrNameLst>
                                      </p:cBhvr>
                                      <p:to>
                                        <p:strVal val="visible"/>
                                      </p:to>
                                    </p:set>
                                    <p:animEffect filter="fade" transition="in">
                                      <p:cBhvr>
                                        <p:cTn dur="2000"/>
                                        <p:tgtEl>
                                          <p:spTgt spid="143"/>
                                        </p:tgtEl>
                                      </p:cBhvr>
                                    </p:animEffect>
                                  </p:childTnLst>
                                </p:cTn>
                              </p:par>
                              <p:par>
                                <p:cTn fill="hold" nodeType="withEffect" presetClass="entr" presetID="10" presetSubtype="0">
                                  <p:stCondLst>
                                    <p:cond delay="0"/>
                                  </p:stCondLst>
                                  <p:childTnLst>
                                    <p:set>
                                      <p:cBhvr>
                                        <p:cTn dur="1" fill="hold">
                                          <p:stCondLst>
                                            <p:cond delay="0"/>
                                          </p:stCondLst>
                                        </p:cTn>
                                        <p:tgtEl>
                                          <p:spTgt spid="144"/>
                                        </p:tgtEl>
                                        <p:attrNameLst>
                                          <p:attrName>style.visibility</p:attrName>
                                        </p:attrNameLst>
                                      </p:cBhvr>
                                      <p:to>
                                        <p:strVal val="visible"/>
                                      </p:to>
                                    </p:set>
                                    <p:animEffect filter="fade" transition="in">
                                      <p:cBhvr>
                                        <p:cTn dur="2000"/>
                                        <p:tgtEl>
                                          <p:spTgt spid="14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5"/>
                                        </p:tgtEl>
                                        <p:attrNameLst>
                                          <p:attrName>style.visibility</p:attrName>
                                        </p:attrNameLst>
                                      </p:cBhvr>
                                      <p:to>
                                        <p:strVal val="visible"/>
                                      </p:to>
                                    </p:set>
                                    <p:animEffect filter="fade" transition="in">
                                      <p:cBhvr>
                                        <p:cTn dur="2000"/>
                                        <p:tgtEl>
                                          <p:spTgt spid="14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6"/>
                                        </p:tgtEl>
                                        <p:attrNameLst>
                                          <p:attrName>style.visibility</p:attrName>
                                        </p:attrNameLst>
                                      </p:cBhvr>
                                      <p:to>
                                        <p:strVal val="visible"/>
                                      </p:to>
                                    </p:set>
                                    <p:animEffect filter="fade" transition="in">
                                      <p:cBhvr>
                                        <p:cTn dur="2000"/>
                                        <p:tgtEl>
                                          <p:spTgt spid="14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18"/>
          <p:cNvSpPr txBox="1"/>
          <p:nvPr>
            <p:ph type="title"/>
          </p:nvPr>
        </p:nvSpPr>
        <p:spPr>
          <a:xfrm>
            <a:off x="838200" y="0"/>
            <a:ext cx="10515600" cy="1325563"/>
          </a:xfrm>
          <a:prstGeom prst="rect">
            <a:avLst/>
          </a:prstGeom>
          <a:noFill/>
          <a:ln>
            <a:noFill/>
          </a:ln>
        </p:spPr>
        <p:txBody>
          <a:bodyPr anchorCtr="0" anchor="ctr" bIns="45700" lIns="91425" spcFirstLastPara="1" rIns="91425" wrap="square" tIns="45700">
            <a:normAutofit/>
          </a:bodyPr>
          <a:lstStyle/>
          <a:p>
            <a:pPr indent="0" lvl="0" marL="0" rtl="1" algn="ctr">
              <a:lnSpc>
                <a:spcPct val="90000"/>
              </a:lnSpc>
              <a:spcBef>
                <a:spcPts val="0"/>
              </a:spcBef>
              <a:spcAft>
                <a:spcPts val="0"/>
              </a:spcAft>
              <a:buClr>
                <a:schemeClr val="dk1"/>
              </a:buClr>
              <a:buSzPts val="4400"/>
              <a:buFont typeface="Narkisim"/>
              <a:buNone/>
            </a:pPr>
            <a:r>
              <a:rPr lang="iw-IL">
                <a:latin typeface="Narkisim"/>
                <a:ea typeface="Narkisim"/>
                <a:cs typeface="Narkisim"/>
                <a:sym typeface="Narkisim"/>
              </a:rPr>
              <a:t>הלכה ומנהג מנהגים שונים (עמ' 99)</a:t>
            </a:r>
            <a:endParaRPr>
              <a:latin typeface="Narkisim"/>
              <a:ea typeface="Narkisim"/>
              <a:cs typeface="Narkisim"/>
              <a:sym typeface="Narkisim"/>
            </a:endParaRPr>
          </a:p>
        </p:txBody>
      </p:sp>
      <p:sp>
        <p:nvSpPr>
          <p:cNvPr id="160" name="Google Shape;160;p18"/>
          <p:cNvSpPr txBox="1"/>
          <p:nvPr>
            <p:ph idx="1" type="body"/>
          </p:nvPr>
        </p:nvSpPr>
        <p:spPr>
          <a:xfrm>
            <a:off x="838200" y="1077480"/>
            <a:ext cx="10515600" cy="4351338"/>
          </a:xfrm>
          <a:prstGeom prst="rect">
            <a:avLst/>
          </a:prstGeom>
          <a:noFill/>
          <a:ln>
            <a:noFill/>
          </a:ln>
        </p:spPr>
        <p:txBody>
          <a:bodyPr anchorCtr="0" anchor="t" bIns="45700" lIns="91425" spcFirstLastPara="1" rIns="91425" wrap="square" tIns="45700">
            <a:normAutofit/>
          </a:bodyPr>
          <a:lstStyle/>
          <a:p>
            <a:pPr indent="-228600" lvl="0" marL="228600" rtl="1" algn="r">
              <a:lnSpc>
                <a:spcPct val="90000"/>
              </a:lnSpc>
              <a:spcBef>
                <a:spcPts val="0"/>
              </a:spcBef>
              <a:spcAft>
                <a:spcPts val="0"/>
              </a:spcAft>
              <a:buClr>
                <a:schemeClr val="dk1"/>
              </a:buClr>
              <a:buSzPts val="2800"/>
              <a:buChar char="•"/>
            </a:pPr>
            <a:r>
              <a:rPr lang="iw-IL">
                <a:latin typeface="Narkisim"/>
                <a:ea typeface="Narkisim"/>
                <a:cs typeface="Narkisim"/>
                <a:sym typeface="Narkisim"/>
              </a:rPr>
              <a:t>מנהג הספרדים - רבי יוסף קארו – בעל השלחן ערוך:</a:t>
            </a:r>
            <a:endParaRPr/>
          </a:p>
          <a:p>
            <a:pPr indent="0" lvl="0" marL="0" rtl="1" algn="r">
              <a:lnSpc>
                <a:spcPct val="90000"/>
              </a:lnSpc>
              <a:spcBef>
                <a:spcPts val="1000"/>
              </a:spcBef>
              <a:spcAft>
                <a:spcPts val="0"/>
              </a:spcAft>
              <a:buClr>
                <a:schemeClr val="dk1"/>
              </a:buClr>
              <a:buSzPts val="2800"/>
              <a:buNone/>
            </a:pPr>
            <a:r>
              <a:rPr lang="iw-IL">
                <a:latin typeface="Narkisim"/>
                <a:ea typeface="Narkisim"/>
                <a:cs typeface="Narkisim"/>
                <a:sym typeface="Narkisim"/>
              </a:rPr>
              <a:t>כמה נרות מדליק? בלילה הראשון מדליק אחד, מכאן ואילך מוסיף והולך אחד בכל לילה, עד שבליל אחרון יהיו שמונה. ואפילו אם רבים בני הבית לא ידליקו יותר.</a:t>
            </a:r>
            <a:endParaRPr/>
          </a:p>
          <a:p>
            <a:pPr indent="0" lvl="0" marL="0" rtl="1" algn="r">
              <a:lnSpc>
                <a:spcPct val="90000"/>
              </a:lnSpc>
              <a:spcBef>
                <a:spcPts val="1000"/>
              </a:spcBef>
              <a:spcAft>
                <a:spcPts val="0"/>
              </a:spcAft>
              <a:buClr>
                <a:schemeClr val="dk1"/>
              </a:buClr>
              <a:buSzPts val="2800"/>
              <a:buNone/>
            </a:pPr>
            <a:r>
              <a:rPr lang="iw-IL">
                <a:latin typeface="Narkisim"/>
                <a:ea typeface="Narkisim"/>
                <a:cs typeface="Narkisim"/>
                <a:sym typeface="Narkisim"/>
              </a:rPr>
              <a:t>מנהג האשכנזים - רבי משה איסרליש (רמ"א) :</a:t>
            </a:r>
            <a:endParaRPr/>
          </a:p>
          <a:p>
            <a:pPr indent="0" lvl="0" marL="0" rtl="1" algn="r">
              <a:lnSpc>
                <a:spcPct val="90000"/>
              </a:lnSpc>
              <a:spcBef>
                <a:spcPts val="1000"/>
              </a:spcBef>
              <a:spcAft>
                <a:spcPts val="0"/>
              </a:spcAft>
              <a:buClr>
                <a:schemeClr val="dk1"/>
              </a:buClr>
              <a:buSzPts val="2800"/>
              <a:buNone/>
            </a:pPr>
            <a:r>
              <a:rPr lang="iw-IL">
                <a:latin typeface="Narkisim"/>
                <a:ea typeface="Narkisim"/>
                <a:cs typeface="Narkisim"/>
                <a:sym typeface="Narkisim"/>
              </a:rPr>
              <a:t>ויש אומרים דכל אחד מבני הבית ידליק, וכן המנהג הפשוט. ויזהרו לתן כל אחד ואחד נרותיו במקום מיחד, כדי שיהא הכר כמה נרות מדליקין.</a:t>
            </a:r>
            <a:endParaRPr>
              <a:latin typeface="Narkisim"/>
              <a:ea typeface="Narkisim"/>
              <a:cs typeface="Narkisim"/>
              <a:sym typeface="Narkisim"/>
            </a:endParaRPr>
          </a:p>
        </p:txBody>
      </p:sp>
      <p:pic>
        <p:nvPicPr>
          <p:cNvPr descr="http://upload.wikimedia.org/wikipedia/commons/thumb/e/ee/Four_oil_menorahs,_eighth_night_of_Hanukkah.jpg/290px-Four_oil_menorahs,_eighth_night_of_Hanukkah.jpg" id="161" name="Google Shape;161;p18"/>
          <p:cNvPicPr preferRelativeResize="0"/>
          <p:nvPr/>
        </p:nvPicPr>
        <p:blipFill rotWithShape="1">
          <a:blip r:embed="rId3">
            <a:alphaModFix/>
          </a:blip>
          <a:srcRect b="0" l="0" r="0" t="0"/>
          <a:stretch/>
        </p:blipFill>
        <p:spPr>
          <a:xfrm>
            <a:off x="2369597" y="4030734"/>
            <a:ext cx="3761040" cy="2827265"/>
          </a:xfrm>
          <a:prstGeom prst="rect">
            <a:avLst/>
          </a:prstGeom>
          <a:noFill/>
          <a:ln>
            <a:noFill/>
          </a:ln>
        </p:spPr>
      </p:pic>
      <p:pic>
        <p:nvPicPr>
          <p:cNvPr descr="http://blog.tapuz.co.il/rtyui/images/%7BCD76FAC5-DB4A-43EA-932F-F858AEF0B0AE%7D.jpg" id="162" name="Google Shape;162;p18"/>
          <p:cNvPicPr preferRelativeResize="0"/>
          <p:nvPr/>
        </p:nvPicPr>
        <p:blipFill rotWithShape="1">
          <a:blip r:embed="rId4">
            <a:alphaModFix/>
          </a:blip>
          <a:srcRect b="0" l="0" r="0" t="0"/>
          <a:stretch/>
        </p:blipFill>
        <p:spPr>
          <a:xfrm>
            <a:off x="6940937" y="4030734"/>
            <a:ext cx="3769686" cy="282726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pic>
        <p:nvPicPr>
          <p:cNvPr descr="http://1.bp.blogspot.com/-EE1wFQ7Ubkc/UMT8eb_2NlI/AAAAAAAAO4s/iW6g8E6_C2w/s1600/20121209-IMG_2888.jpg" id="167" name="Google Shape;167;p19"/>
          <p:cNvPicPr preferRelativeResize="0"/>
          <p:nvPr/>
        </p:nvPicPr>
        <p:blipFill rotWithShape="1">
          <a:blip r:embed="rId3">
            <a:alphaModFix/>
          </a:blip>
          <a:srcRect b="0" l="0" r="0" t="0"/>
          <a:stretch/>
        </p:blipFill>
        <p:spPr>
          <a:xfrm>
            <a:off x="1693718" y="413980"/>
            <a:ext cx="9020753" cy="6017231"/>
          </a:xfrm>
          <a:prstGeom prst="rect">
            <a:avLst/>
          </a:prstGeom>
          <a:noFill/>
          <a:ln>
            <a:noFill/>
          </a:ln>
        </p:spPr>
      </p:pic>
      <p:sp>
        <p:nvSpPr>
          <p:cNvPr id="168" name="Google Shape;168;p1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1" algn="r">
              <a:lnSpc>
                <a:spcPct val="90000"/>
              </a:lnSpc>
              <a:spcBef>
                <a:spcPts val="0"/>
              </a:spcBef>
              <a:spcAft>
                <a:spcPts val="0"/>
              </a:spcAft>
              <a:buClr>
                <a:schemeClr val="dk1"/>
              </a:buClr>
              <a:buSzPts val="4400"/>
              <a:buFont typeface="Narkisim"/>
              <a:buNone/>
            </a:pPr>
            <a:r>
              <a:rPr lang="iw-IL">
                <a:latin typeface="Narkisim"/>
                <a:ea typeface="Narkisim"/>
                <a:cs typeface="Narkisim"/>
                <a:sym typeface="Narkisim"/>
              </a:rPr>
              <a:t>                         </a:t>
            </a:r>
            <a:r>
              <a:rPr lang="iw-IL">
                <a:solidFill>
                  <a:schemeClr val="lt1"/>
                </a:solidFill>
                <a:latin typeface="Narkisim"/>
                <a:ea typeface="Narkisim"/>
                <a:cs typeface="Narkisim"/>
                <a:sym typeface="Narkisim"/>
              </a:rPr>
              <a:t>מדליק....</a:t>
            </a:r>
            <a:endParaRPr>
              <a:solidFill>
                <a:schemeClr val="lt1"/>
              </a:solidFill>
              <a:latin typeface="Narkisim"/>
              <a:ea typeface="Narkisim"/>
              <a:cs typeface="Narkisim"/>
              <a:sym typeface="Narkisim"/>
            </a:endParaRPr>
          </a:p>
        </p:txBody>
      </p:sp>
    </p:spTree>
  </p:cSld>
  <p:clrMapOvr>
    <a:masterClrMapping/>
  </p:clrMapOvr>
</p:sld>
</file>

<file path=ppt/theme/theme1.xml><?xml version="1.0" encoding="utf-8"?>
<a:theme xmlns:a="http://schemas.openxmlformats.org/drawingml/2006/main" xmlns:r="http://schemas.openxmlformats.org/officeDocument/2006/relationships" name="ערכת נושא Offic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